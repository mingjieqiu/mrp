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sldIdLst>
    <p:sldId id="279" r:id="rId2"/>
    <p:sldId id="257" r:id="rId3"/>
    <p:sldId id="258" r:id="rId4"/>
    <p:sldId id="259" r:id="rId5"/>
    <p:sldId id="260" r:id="rId6"/>
    <p:sldId id="280" r:id="rId7"/>
    <p:sldId id="261" r:id="rId8"/>
    <p:sldId id="262" r:id="rId9"/>
    <p:sldId id="284" r:id="rId10"/>
    <p:sldId id="264" r:id="rId11"/>
    <p:sldId id="265" r:id="rId12"/>
    <p:sldId id="266" r:id="rId13"/>
    <p:sldId id="268" r:id="rId14"/>
    <p:sldId id="269" r:id="rId15"/>
    <p:sldId id="270" r:id="rId16"/>
    <p:sldId id="276" r:id="rId17"/>
    <p:sldId id="271" r:id="rId18"/>
    <p:sldId id="287" r:id="rId19"/>
    <p:sldId id="288" r:id="rId20"/>
    <p:sldId id="281" r:id="rId21"/>
    <p:sldId id="282" r:id="rId22"/>
    <p:sldId id="285" r:id="rId23"/>
    <p:sldId id="289" r:id="rId24"/>
    <p:sldId id="274" r:id="rId25"/>
    <p:sldId id="290" r:id="rId26"/>
    <p:sldId id="283" r:id="rId27"/>
    <p:sldId id="27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BACB0-C86D-AA95-E991-4E2F89D07520}" v="82" dt="2026-03-14T23:47:46.230"/>
    <p1510:client id="{46E8240C-FE1B-8973-9362-42BAFF533A63}" v="4" dt="2026-03-15T00:03:45.863"/>
    <p1510:client id="{DAA6C914-7EC5-DB2A-6909-B46FE3D663AF}" v="63" dt="2026-03-16T02:11:09.444"/>
    <p1510:client id="{F09D391C-03DD-28C8-11CE-D99F378AC8BD}" v="1510" dt="2026-03-15T23:29:46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gjie Qiu" userId="S::mingjie.qiu@sofia.edu::8644de6c-8740-44ff-b1a8-be658cc3d582" providerId="AD" clId="Web-{46E8240C-FE1B-8973-9362-42BAFF533A63}"/>
    <pc:docChg chg="modSld">
      <pc:chgData name="Mingjie Qiu" userId="S::mingjie.qiu@sofia.edu::8644de6c-8740-44ff-b1a8-be658cc3d582" providerId="AD" clId="Web-{46E8240C-FE1B-8973-9362-42BAFF533A63}" dt="2026-03-15T00:03:45.863" v="3" actId="20577"/>
      <pc:docMkLst>
        <pc:docMk/>
      </pc:docMkLst>
      <pc:sldChg chg="modSp">
        <pc:chgData name="Mingjie Qiu" userId="S::mingjie.qiu@sofia.edu::8644de6c-8740-44ff-b1a8-be658cc3d582" providerId="AD" clId="Web-{46E8240C-FE1B-8973-9362-42BAFF533A63}" dt="2026-03-14T23:56:36.977" v="2" actId="20577"/>
        <pc:sldMkLst>
          <pc:docMk/>
          <pc:sldMk cId="0" sldId="258"/>
        </pc:sldMkLst>
        <pc:spChg chg="mod">
          <ac:chgData name="Mingjie Qiu" userId="S::mingjie.qiu@sofia.edu::8644de6c-8740-44ff-b1a8-be658cc3d582" providerId="AD" clId="Web-{46E8240C-FE1B-8973-9362-42BAFF533A63}" dt="2026-03-14T23:56:36.977" v="2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">
        <pc:chgData name="Mingjie Qiu" userId="S::mingjie.qiu@sofia.edu::8644de6c-8740-44ff-b1a8-be658cc3d582" providerId="AD" clId="Web-{46E8240C-FE1B-8973-9362-42BAFF533A63}" dt="2026-03-15T00:03:45.863" v="3" actId="20577"/>
        <pc:sldMkLst>
          <pc:docMk/>
          <pc:sldMk cId="0" sldId="260"/>
        </pc:sldMkLst>
        <pc:spChg chg="mod">
          <ac:chgData name="Mingjie Qiu" userId="S::mingjie.qiu@sofia.edu::8644de6c-8740-44ff-b1a8-be658cc3d582" providerId="AD" clId="Web-{46E8240C-FE1B-8973-9362-42BAFF533A63}" dt="2026-03-15T00:03:45.863" v="3" actId="20577"/>
          <ac:spMkLst>
            <pc:docMk/>
            <pc:sldMk cId="0" sldId="260"/>
            <ac:spMk id="2" creationId="{00000000-0000-0000-0000-000000000000}"/>
          </ac:spMkLst>
        </pc:spChg>
      </pc:sldChg>
    </pc:docChg>
  </pc:docChgLst>
  <pc:docChgLst>
    <pc:chgData name="Mingjie Qiu" userId="S::mingjie.qiu@sofia.edu::8644de6c-8740-44ff-b1a8-be658cc3d582" providerId="AD" clId="Web-{F09D391C-03DD-28C8-11CE-D99F378AC8BD}"/>
    <pc:docChg chg="addSld delSld modSld sldOrd">
      <pc:chgData name="Mingjie Qiu" userId="S::mingjie.qiu@sofia.edu::8644de6c-8740-44ff-b1a8-be658cc3d582" providerId="AD" clId="Web-{F09D391C-03DD-28C8-11CE-D99F378AC8BD}" dt="2026-03-15T23:29:46.376" v="1434"/>
      <pc:docMkLst>
        <pc:docMk/>
      </pc:docMkLst>
      <pc:sldChg chg="modSp">
        <pc:chgData name="Mingjie Qiu" userId="S::mingjie.qiu@sofia.edu::8644de6c-8740-44ff-b1a8-be658cc3d582" providerId="AD" clId="Web-{F09D391C-03DD-28C8-11CE-D99F378AC8BD}" dt="2026-03-15T23:08:08.203" v="868" actId="20577"/>
        <pc:sldMkLst>
          <pc:docMk/>
          <pc:sldMk cId="0" sldId="257"/>
        </pc:sldMkLst>
        <pc:spChg chg="mod">
          <ac:chgData name="Mingjie Qiu" userId="S::mingjie.qiu@sofia.edu::8644de6c-8740-44ff-b1a8-be658cc3d582" providerId="AD" clId="Web-{F09D391C-03DD-28C8-11CE-D99F378AC8BD}" dt="2026-03-15T02:17:11.767" v="857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23:08:08.203" v="868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">
        <pc:chgData name="Mingjie Qiu" userId="S::mingjie.qiu@sofia.edu::8644de6c-8740-44ff-b1a8-be658cc3d582" providerId="AD" clId="Web-{F09D391C-03DD-28C8-11CE-D99F378AC8BD}" dt="2026-03-15T00:04:56.315" v="23"/>
        <pc:sldMkLst>
          <pc:docMk/>
          <pc:sldMk cId="0" sldId="260"/>
        </pc:sldMkLst>
        <pc:spChg chg="mod">
          <ac:chgData name="Mingjie Qiu" userId="S::mingjie.qiu@sofia.edu::8644de6c-8740-44ff-b1a8-be658cc3d582" providerId="AD" clId="Web-{F09D391C-03DD-28C8-11CE-D99F378AC8BD}" dt="2026-03-15T00:04:03.327" v="0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0:04:44.439" v="19" actId="20577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04:56.315" v="23"/>
          <ac:spMkLst>
            <pc:docMk/>
            <pc:sldMk cId="0" sldId="260"/>
            <ac:spMk id="6" creationId="{CF9D85B0-1902-83C9-8DC8-AC620883A46C}"/>
          </ac:spMkLst>
        </pc:spChg>
      </pc:sldChg>
      <pc:sldChg chg="addSp delSp modSp mod modClrScheme chgLayout">
        <pc:chgData name="Mingjie Qiu" userId="S::mingjie.qiu@sofia.edu::8644de6c-8740-44ff-b1a8-be658cc3d582" providerId="AD" clId="Web-{F09D391C-03DD-28C8-11CE-D99F378AC8BD}" dt="2026-03-15T01:44:22.086" v="459"/>
        <pc:sldMkLst>
          <pc:docMk/>
          <pc:sldMk cId="0" sldId="262"/>
        </pc:sldMkLst>
        <pc:spChg chg="mod">
          <ac:chgData name="Mingjie Qiu" userId="S::mingjie.qiu@sofia.edu::8644de6c-8740-44ff-b1a8-be658cc3d582" providerId="AD" clId="Web-{F09D391C-03DD-28C8-11CE-D99F378AC8BD}" dt="2026-03-15T00:32:03.446" v="264"/>
          <ac:spMkLst>
            <pc:docMk/>
            <pc:sldMk cId="0" sldId="262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0:32:03.446" v="264"/>
          <ac:spMkLst>
            <pc:docMk/>
            <pc:sldMk cId="0" sldId="262"/>
            <ac:spMk id="3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0:32:03.446" v="264"/>
          <ac:spMkLst>
            <pc:docMk/>
            <pc:sldMk cId="0" sldId="262"/>
            <ac:spMk id="4" creationId="{93FF2327-7CD1-2CF4-5CC1-DC4D3C6AEF7E}"/>
          </ac:spMkLst>
        </pc:spChg>
        <pc:spChg chg="mod ord">
          <ac:chgData name="Mingjie Qiu" userId="S::mingjie.qiu@sofia.edu::8644de6c-8740-44ff-b1a8-be658cc3d582" providerId="AD" clId="Web-{F09D391C-03DD-28C8-11CE-D99F378AC8BD}" dt="2026-03-15T00:32:03.446" v="264"/>
          <ac:spMkLst>
            <pc:docMk/>
            <pc:sldMk cId="0" sldId="262"/>
            <ac:spMk id="5" creationId="{A30CC094-CA88-7449-4214-6CB747F25C2B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2:03.446" v="264"/>
          <ac:spMkLst>
            <pc:docMk/>
            <pc:sldMk cId="0" sldId="262"/>
            <ac:spMk id="10" creationId="{E60A99C7-7F23-8FE6-1BFA-7134D22E5A9B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2:03.446" v="264"/>
          <ac:spMkLst>
            <pc:docMk/>
            <pc:sldMk cId="0" sldId="262"/>
            <ac:spMk id="12" creationId="{2191AC1C-CBCA-CE14-7EC9-E9302FAA0840}"/>
          </ac:spMkLst>
        </pc:spChg>
        <pc:picChg chg="add del mod">
          <ac:chgData name="Mingjie Qiu" userId="S::mingjie.qiu@sofia.edu::8644de6c-8740-44ff-b1a8-be658cc3d582" providerId="AD" clId="Web-{F09D391C-03DD-28C8-11CE-D99F378AC8BD}" dt="2026-03-15T01:44:22.086" v="459"/>
          <ac:picMkLst>
            <pc:docMk/>
            <pc:sldMk cId="0" sldId="262"/>
            <ac:picMk id="6" creationId="{232A396A-7050-6F37-0E3C-2477FBDD91AF}"/>
          </ac:picMkLst>
        </pc:picChg>
      </pc:sldChg>
      <pc:sldChg chg="del">
        <pc:chgData name="Mingjie Qiu" userId="S::mingjie.qiu@sofia.edu::8644de6c-8740-44ff-b1a8-be658cc3d582" providerId="AD" clId="Web-{F09D391C-03DD-28C8-11CE-D99F378AC8BD}" dt="2026-03-15T00:10:26.484" v="103"/>
        <pc:sldMkLst>
          <pc:docMk/>
          <pc:sldMk cId="0" sldId="263"/>
        </pc:sldMkLst>
      </pc:sldChg>
      <pc:sldChg chg="modSp">
        <pc:chgData name="Mingjie Qiu" userId="S::mingjie.qiu@sofia.edu::8644de6c-8740-44ff-b1a8-be658cc3d582" providerId="AD" clId="Web-{F09D391C-03DD-28C8-11CE-D99F378AC8BD}" dt="2026-03-15T00:26:23.333" v="113" actId="20577"/>
        <pc:sldMkLst>
          <pc:docMk/>
          <pc:sldMk cId="0" sldId="265"/>
        </pc:sldMkLst>
        <pc:spChg chg="mod">
          <ac:chgData name="Mingjie Qiu" userId="S::mingjie.qiu@sofia.edu::8644de6c-8740-44ff-b1a8-be658cc3d582" providerId="AD" clId="Web-{F09D391C-03DD-28C8-11CE-D99F378AC8BD}" dt="2026-03-15T00:26:23.333" v="113" actId="20577"/>
          <ac:spMkLst>
            <pc:docMk/>
            <pc:sldMk cId="0" sldId="265"/>
            <ac:spMk id="2" creationId="{00000000-0000-0000-0000-000000000000}"/>
          </ac:spMkLst>
        </pc:spChg>
      </pc:sldChg>
      <pc:sldChg chg="addSp delSp modSp">
        <pc:chgData name="Mingjie Qiu" userId="S::mingjie.qiu@sofia.edu::8644de6c-8740-44ff-b1a8-be658cc3d582" providerId="AD" clId="Web-{F09D391C-03DD-28C8-11CE-D99F378AC8BD}" dt="2026-03-15T01:45:38.135" v="476" actId="20577"/>
        <pc:sldMkLst>
          <pc:docMk/>
          <pc:sldMk cId="0" sldId="266"/>
        </pc:sldMkLst>
        <pc:spChg chg="mod">
          <ac:chgData name="Mingjie Qiu" userId="S::mingjie.qiu@sofia.edu::8644de6c-8740-44ff-b1a8-be658cc3d582" providerId="AD" clId="Web-{F09D391C-03DD-28C8-11CE-D99F378AC8BD}" dt="2026-03-15T00:27:08.411" v="124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0:33:23.103" v="282" actId="1076"/>
          <ac:spMkLst>
            <pc:docMk/>
            <pc:sldMk cId="0" sldId="266"/>
            <ac:spMk id="3" creationId="{00000000-0000-0000-0000-000000000000}"/>
          </ac:spMkLst>
        </pc:spChg>
        <pc:spChg chg="add del">
          <ac:chgData name="Mingjie Qiu" userId="S::mingjie.qiu@sofia.edu::8644de6c-8740-44ff-b1a8-be658cc3d582" providerId="AD" clId="Web-{F09D391C-03DD-28C8-11CE-D99F378AC8BD}" dt="2026-03-15T00:28:41.803" v="166"/>
          <ac:spMkLst>
            <pc:docMk/>
            <pc:sldMk cId="0" sldId="266"/>
            <ac:spMk id="6" creationId="{65100A1A-6D80-4ECA-687D-175D9E235F5A}"/>
          </ac:spMkLst>
        </pc:spChg>
        <pc:spChg chg="add mod">
          <ac:chgData name="Mingjie Qiu" userId="S::mingjie.qiu@sofia.edu::8644de6c-8740-44ff-b1a8-be658cc3d582" providerId="AD" clId="Web-{F09D391C-03DD-28C8-11CE-D99F378AC8BD}" dt="2026-03-15T01:45:31.291" v="473" actId="20577"/>
          <ac:spMkLst>
            <pc:docMk/>
            <pc:sldMk cId="0" sldId="266"/>
            <ac:spMk id="7" creationId="{1A64CFD8-AA00-0DD7-A861-D38F5CECD1DD}"/>
          </ac:spMkLst>
        </pc:spChg>
        <pc:spChg chg="add mod">
          <ac:chgData name="Mingjie Qiu" userId="S::mingjie.qiu@sofia.edu::8644de6c-8740-44ff-b1a8-be658cc3d582" providerId="AD" clId="Web-{F09D391C-03DD-28C8-11CE-D99F378AC8BD}" dt="2026-03-15T01:45:38.135" v="476" actId="20577"/>
          <ac:spMkLst>
            <pc:docMk/>
            <pc:sldMk cId="0" sldId="266"/>
            <ac:spMk id="8" creationId="{F9EBF238-EFB6-4868-4D27-0C1D067DE935}"/>
          </ac:spMkLst>
        </pc:spChg>
      </pc:sldChg>
      <pc:sldChg chg="add del">
        <pc:chgData name="Mingjie Qiu" userId="S::mingjie.qiu@sofia.edu::8644de6c-8740-44ff-b1a8-be658cc3d582" providerId="AD" clId="Web-{F09D391C-03DD-28C8-11CE-D99F378AC8BD}" dt="2026-03-15T00:34:48.357" v="314"/>
        <pc:sldMkLst>
          <pc:docMk/>
          <pc:sldMk cId="0" sldId="267"/>
        </pc:sldMkLst>
      </pc:sldChg>
      <pc:sldChg chg="addSp modSp mod modClrScheme chgLayout">
        <pc:chgData name="Mingjie Qiu" userId="S::mingjie.qiu@sofia.edu::8644de6c-8740-44ff-b1a8-be658cc3d582" providerId="AD" clId="Web-{F09D391C-03DD-28C8-11CE-D99F378AC8BD}" dt="2026-03-15T02:01:30.688" v="547" actId="1076"/>
        <pc:sldMkLst>
          <pc:docMk/>
          <pc:sldMk cId="0" sldId="268"/>
        </pc:sldMkLst>
        <pc:spChg chg="mod">
          <ac:chgData name="Mingjie Qiu" userId="S::mingjie.qiu@sofia.edu::8644de6c-8740-44ff-b1a8-be658cc3d582" providerId="AD" clId="Web-{F09D391C-03DD-28C8-11CE-D99F378AC8BD}" dt="2026-03-15T02:01:14.984" v="544"/>
          <ac:spMkLst>
            <pc:docMk/>
            <pc:sldMk cId="0" sldId="268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2:01:14.984" v="544"/>
          <ac:spMkLst>
            <pc:docMk/>
            <pc:sldMk cId="0" sldId="268"/>
            <ac:spMk id="3" creationId="{00000000-0000-0000-0000-000000000000}"/>
          </ac:spMkLst>
        </pc:spChg>
        <pc:spChg chg="mod ord">
          <ac:chgData name="Mingjie Qiu" userId="S::mingjie.qiu@sofia.edu::8644de6c-8740-44ff-b1a8-be658cc3d582" providerId="AD" clId="Web-{F09D391C-03DD-28C8-11CE-D99F378AC8BD}" dt="2026-03-15T02:01:14.984" v="544"/>
          <ac:spMkLst>
            <pc:docMk/>
            <pc:sldMk cId="0" sldId="268"/>
            <ac:spMk id="4" creationId="{8B8DB2F5-76A4-024D-9F2C-F082AD1E206B}"/>
          </ac:spMkLst>
        </pc:spChg>
        <pc:spChg chg="mod ord">
          <ac:chgData name="Mingjie Qiu" userId="S::mingjie.qiu@sofia.edu::8644de6c-8740-44ff-b1a8-be658cc3d582" providerId="AD" clId="Web-{F09D391C-03DD-28C8-11CE-D99F378AC8BD}" dt="2026-03-15T02:01:14.984" v="544"/>
          <ac:spMkLst>
            <pc:docMk/>
            <pc:sldMk cId="0" sldId="268"/>
            <ac:spMk id="5" creationId="{D875D380-2527-3E53-61AE-59F32FC0C154}"/>
          </ac:spMkLst>
        </pc:spChg>
        <pc:spChg chg="add mod">
          <ac:chgData name="Mingjie Qiu" userId="S::mingjie.qiu@sofia.edu::8644de6c-8740-44ff-b1a8-be658cc3d582" providerId="AD" clId="Web-{F09D391C-03DD-28C8-11CE-D99F378AC8BD}" dt="2026-03-15T02:01:14.984" v="544"/>
          <ac:spMkLst>
            <pc:docMk/>
            <pc:sldMk cId="0" sldId="268"/>
            <ac:spMk id="11" creationId="{20D412E0-50CE-9249-1541-B863F4A1D4CD}"/>
          </ac:spMkLst>
        </pc:spChg>
        <pc:picChg chg="add mod">
          <ac:chgData name="Mingjie Qiu" userId="S::mingjie.qiu@sofia.edu::8644de6c-8740-44ff-b1a8-be658cc3d582" providerId="AD" clId="Web-{F09D391C-03DD-28C8-11CE-D99F378AC8BD}" dt="2026-03-15T02:01:30.688" v="547" actId="1076"/>
          <ac:picMkLst>
            <pc:docMk/>
            <pc:sldMk cId="0" sldId="268"/>
            <ac:picMk id="6" creationId="{BB867BE4-81D6-36B2-1311-E33CAE2501D3}"/>
          </ac:picMkLst>
        </pc:picChg>
      </pc:sldChg>
      <pc:sldChg chg="addSp modSp mod modClrScheme chgLayout">
        <pc:chgData name="Mingjie Qiu" userId="S::mingjie.qiu@sofia.edu::8644de6c-8740-44ff-b1a8-be658cc3d582" providerId="AD" clId="Web-{F09D391C-03DD-28C8-11CE-D99F378AC8BD}" dt="2026-03-15T02:01:03.452" v="543" actId="14100"/>
        <pc:sldMkLst>
          <pc:docMk/>
          <pc:sldMk cId="0" sldId="269"/>
        </pc:sldMkLst>
        <pc:spChg chg="mod">
          <ac:chgData name="Mingjie Qiu" userId="S::mingjie.qiu@sofia.edu::8644de6c-8740-44ff-b1a8-be658cc3d582" providerId="AD" clId="Web-{F09D391C-03DD-28C8-11CE-D99F378AC8BD}" dt="2026-03-15T02:00:53.827" v="541"/>
          <ac:spMkLst>
            <pc:docMk/>
            <pc:sldMk cId="0" sldId="269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2:00:53.827" v="541"/>
          <ac:spMkLst>
            <pc:docMk/>
            <pc:sldMk cId="0" sldId="269"/>
            <ac:spMk id="3" creationId="{00000000-0000-0000-0000-000000000000}"/>
          </ac:spMkLst>
        </pc:spChg>
        <pc:spChg chg="mod ord">
          <ac:chgData name="Mingjie Qiu" userId="S::mingjie.qiu@sofia.edu::8644de6c-8740-44ff-b1a8-be658cc3d582" providerId="AD" clId="Web-{F09D391C-03DD-28C8-11CE-D99F378AC8BD}" dt="2026-03-15T02:00:53.827" v="541"/>
          <ac:spMkLst>
            <pc:docMk/>
            <pc:sldMk cId="0" sldId="269"/>
            <ac:spMk id="4" creationId="{F02027C3-AE53-DA30-9E8E-AD7AC5329D8D}"/>
          </ac:spMkLst>
        </pc:spChg>
        <pc:spChg chg="mod ord">
          <ac:chgData name="Mingjie Qiu" userId="S::mingjie.qiu@sofia.edu::8644de6c-8740-44ff-b1a8-be658cc3d582" providerId="AD" clId="Web-{F09D391C-03DD-28C8-11CE-D99F378AC8BD}" dt="2026-03-15T02:00:53.827" v="541"/>
          <ac:spMkLst>
            <pc:docMk/>
            <pc:sldMk cId="0" sldId="269"/>
            <ac:spMk id="5" creationId="{5DB2CEDC-D451-2F66-103B-1183D9E54B21}"/>
          </ac:spMkLst>
        </pc:spChg>
        <pc:spChg chg="add mod">
          <ac:chgData name="Mingjie Qiu" userId="S::mingjie.qiu@sofia.edu::8644de6c-8740-44ff-b1a8-be658cc3d582" providerId="AD" clId="Web-{F09D391C-03DD-28C8-11CE-D99F378AC8BD}" dt="2026-03-15T02:00:53.827" v="541"/>
          <ac:spMkLst>
            <pc:docMk/>
            <pc:sldMk cId="0" sldId="269"/>
            <ac:spMk id="11" creationId="{F9647662-E245-46A7-E523-516220F62B0C}"/>
          </ac:spMkLst>
        </pc:spChg>
        <pc:picChg chg="add mod">
          <ac:chgData name="Mingjie Qiu" userId="S::mingjie.qiu@sofia.edu::8644de6c-8740-44ff-b1a8-be658cc3d582" providerId="AD" clId="Web-{F09D391C-03DD-28C8-11CE-D99F378AC8BD}" dt="2026-03-15T02:01:03.452" v="543" actId="14100"/>
          <ac:picMkLst>
            <pc:docMk/>
            <pc:sldMk cId="0" sldId="269"/>
            <ac:picMk id="6" creationId="{F7DF91AA-7919-16C8-7BA2-D3E504D6D654}"/>
          </ac:picMkLst>
        </pc:picChg>
      </pc:sldChg>
      <pc:sldChg chg="addSp modSp mod modClrScheme chgLayout">
        <pc:chgData name="Mingjie Qiu" userId="S::mingjie.qiu@sofia.edu::8644de6c-8740-44ff-b1a8-be658cc3d582" providerId="AD" clId="Web-{F09D391C-03DD-28C8-11CE-D99F378AC8BD}" dt="2026-03-15T02:03:49.598" v="570" actId="1076"/>
        <pc:sldMkLst>
          <pc:docMk/>
          <pc:sldMk cId="0" sldId="270"/>
        </pc:sldMkLst>
        <pc:spChg chg="mod">
          <ac:chgData name="Mingjie Qiu" userId="S::mingjie.qiu@sofia.edu::8644de6c-8740-44ff-b1a8-be658cc3d582" providerId="AD" clId="Web-{F09D391C-03DD-28C8-11CE-D99F378AC8BD}" dt="2026-03-15T02:03:39.144" v="56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2:03:39.144" v="566"/>
          <ac:spMkLst>
            <pc:docMk/>
            <pc:sldMk cId="0" sldId="270"/>
            <ac:spMk id="3" creationId="{00000000-0000-0000-0000-000000000000}"/>
          </ac:spMkLst>
        </pc:spChg>
        <pc:spChg chg="mod ord">
          <ac:chgData name="Mingjie Qiu" userId="S::mingjie.qiu@sofia.edu::8644de6c-8740-44ff-b1a8-be658cc3d582" providerId="AD" clId="Web-{F09D391C-03DD-28C8-11CE-D99F378AC8BD}" dt="2026-03-15T02:03:39.144" v="566"/>
          <ac:spMkLst>
            <pc:docMk/>
            <pc:sldMk cId="0" sldId="270"/>
            <ac:spMk id="4" creationId="{AAC51C7A-083D-BEDF-ABDA-651F857E3500}"/>
          </ac:spMkLst>
        </pc:spChg>
        <pc:spChg chg="mod ord">
          <ac:chgData name="Mingjie Qiu" userId="S::mingjie.qiu@sofia.edu::8644de6c-8740-44ff-b1a8-be658cc3d582" providerId="AD" clId="Web-{F09D391C-03DD-28C8-11CE-D99F378AC8BD}" dt="2026-03-15T02:03:39.144" v="566"/>
          <ac:spMkLst>
            <pc:docMk/>
            <pc:sldMk cId="0" sldId="270"/>
            <ac:spMk id="5" creationId="{FC53F526-0584-7D90-FCBA-F3B362E654D0}"/>
          </ac:spMkLst>
        </pc:spChg>
        <pc:spChg chg="add mod">
          <ac:chgData name="Mingjie Qiu" userId="S::mingjie.qiu@sofia.edu::8644de6c-8740-44ff-b1a8-be658cc3d582" providerId="AD" clId="Web-{F09D391C-03DD-28C8-11CE-D99F378AC8BD}" dt="2026-03-15T02:03:39.144" v="566"/>
          <ac:spMkLst>
            <pc:docMk/>
            <pc:sldMk cId="0" sldId="270"/>
            <ac:spMk id="11" creationId="{1F9BCDEA-7B07-31FA-46D3-DF3F699B4824}"/>
          </ac:spMkLst>
        </pc:spChg>
        <pc:picChg chg="add mod">
          <ac:chgData name="Mingjie Qiu" userId="S::mingjie.qiu@sofia.edu::8644de6c-8740-44ff-b1a8-be658cc3d582" providerId="AD" clId="Web-{F09D391C-03DD-28C8-11CE-D99F378AC8BD}" dt="2026-03-15T02:03:49.598" v="570" actId="1076"/>
          <ac:picMkLst>
            <pc:docMk/>
            <pc:sldMk cId="0" sldId="270"/>
            <ac:picMk id="6" creationId="{3EDEC8E8-390E-475A-D03F-9E82327B0AF6}"/>
          </ac:picMkLst>
        </pc:picChg>
      </pc:sldChg>
      <pc:sldChg chg="addSp delSp modSp">
        <pc:chgData name="Mingjie Qiu" userId="S::mingjie.qiu@sofia.edu::8644de6c-8740-44ff-b1a8-be658cc3d582" providerId="AD" clId="Web-{F09D391C-03DD-28C8-11CE-D99F378AC8BD}" dt="2026-03-15T02:15:01.964" v="798" actId="14100"/>
        <pc:sldMkLst>
          <pc:docMk/>
          <pc:sldMk cId="0" sldId="272"/>
        </pc:sldMkLst>
        <pc:spChg chg="del mod">
          <ac:chgData name="Mingjie Qiu" userId="S::mingjie.qiu@sofia.edu::8644de6c-8740-44ff-b1a8-be658cc3d582" providerId="AD" clId="Web-{F09D391C-03DD-28C8-11CE-D99F378AC8BD}" dt="2026-03-15T02:14:39.135" v="795"/>
          <ac:spMkLst>
            <pc:docMk/>
            <pc:sldMk cId="0" sldId="272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2:15:01.964" v="798" actId="14100"/>
          <ac:spMkLst>
            <pc:docMk/>
            <pc:sldMk cId="0" sldId="272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F09D391C-03DD-28C8-11CE-D99F378AC8BD}" dt="2026-03-15T02:14:39.135" v="795"/>
          <ac:spMkLst>
            <pc:docMk/>
            <pc:sldMk cId="0" sldId="272"/>
            <ac:spMk id="7" creationId="{A74FB909-1864-4920-609E-D56883106EB0}"/>
          </ac:spMkLst>
        </pc:spChg>
        <pc:spChg chg="add">
          <ac:chgData name="Mingjie Qiu" userId="S::mingjie.qiu@sofia.edu::8644de6c-8740-44ff-b1a8-be658cc3d582" providerId="AD" clId="Web-{F09D391C-03DD-28C8-11CE-D99F378AC8BD}" dt="2026-03-15T02:14:46.996" v="796"/>
          <ac:spMkLst>
            <pc:docMk/>
            <pc:sldMk cId="0" sldId="272"/>
            <ac:spMk id="9" creationId="{C88DA58F-C506-6C1D-E06A-CBF77946063F}"/>
          </ac:spMkLst>
        </pc:spChg>
      </pc:sldChg>
      <pc:sldChg chg="del">
        <pc:chgData name="Mingjie Qiu" userId="S::mingjie.qiu@sofia.edu::8644de6c-8740-44ff-b1a8-be658cc3d582" providerId="AD" clId="Web-{F09D391C-03DD-28C8-11CE-D99F378AC8BD}" dt="2026-03-15T02:08:04.929" v="656"/>
        <pc:sldMkLst>
          <pc:docMk/>
          <pc:sldMk cId="0" sldId="273"/>
        </pc:sldMkLst>
      </pc:sldChg>
      <pc:sldChg chg="modSp">
        <pc:chgData name="Mingjie Qiu" userId="S::mingjie.qiu@sofia.edu::8644de6c-8740-44ff-b1a8-be658cc3d582" providerId="AD" clId="Web-{F09D391C-03DD-28C8-11CE-D99F378AC8BD}" dt="2026-03-15T02:08:00.257" v="655" actId="20577"/>
        <pc:sldMkLst>
          <pc:docMk/>
          <pc:sldMk cId="0" sldId="274"/>
        </pc:sldMkLst>
        <pc:spChg chg="mod">
          <ac:chgData name="Mingjie Qiu" userId="S::mingjie.qiu@sofia.edu::8644de6c-8740-44ff-b1a8-be658cc3d582" providerId="AD" clId="Web-{F09D391C-03DD-28C8-11CE-D99F378AC8BD}" dt="2026-03-15T02:07:28.769" v="638" actId="20577"/>
          <ac:spMkLst>
            <pc:docMk/>
            <pc:sldMk cId="0" sldId="274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2:08:00.257" v="655" actId="20577"/>
          <ac:spMkLst>
            <pc:docMk/>
            <pc:sldMk cId="0" sldId="274"/>
            <ac:spMk id="3" creationId="{00000000-0000-0000-0000-000000000000}"/>
          </ac:spMkLst>
        </pc:spChg>
      </pc:sldChg>
      <pc:sldChg chg="del ord">
        <pc:chgData name="Mingjie Qiu" userId="S::mingjie.qiu@sofia.edu::8644de6c-8740-44ff-b1a8-be658cc3d582" providerId="AD" clId="Web-{F09D391C-03DD-28C8-11CE-D99F378AC8BD}" dt="2026-03-15T01:34:38.088" v="397"/>
        <pc:sldMkLst>
          <pc:docMk/>
          <pc:sldMk cId="0" sldId="275"/>
        </pc:sldMkLst>
      </pc:sldChg>
      <pc:sldChg chg="addSp modSp ord">
        <pc:chgData name="Mingjie Qiu" userId="S::mingjie.qiu@sofia.edu::8644de6c-8740-44ff-b1a8-be658cc3d582" providerId="AD" clId="Web-{F09D391C-03DD-28C8-11CE-D99F378AC8BD}" dt="2026-03-15T02:03:59.832" v="572" actId="20577"/>
        <pc:sldMkLst>
          <pc:docMk/>
          <pc:sldMk cId="0" sldId="276"/>
        </pc:sldMkLst>
        <pc:spChg chg="mod">
          <ac:chgData name="Mingjie Qiu" userId="S::mingjie.qiu@sofia.edu::8644de6c-8740-44ff-b1a8-be658cc3d582" providerId="AD" clId="Web-{F09D391C-03DD-28C8-11CE-D99F378AC8BD}" dt="2026-03-15T01:47:38.801" v="485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1:47:38.801" v="486" actId="1076"/>
          <ac:spMkLst>
            <pc:docMk/>
            <pc:sldMk cId="0" sldId="276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F09D391C-03DD-28C8-11CE-D99F378AC8BD}" dt="2026-03-15T01:47:38.816" v="487" actId="1076"/>
          <ac:spMkLst>
            <pc:docMk/>
            <pc:sldMk cId="0" sldId="276"/>
            <ac:spMk id="7" creationId="{B92CF19F-0CE4-F722-A09D-FBF7A5275F4F}"/>
          </ac:spMkLst>
        </pc:spChg>
        <pc:spChg chg="add mod">
          <ac:chgData name="Mingjie Qiu" userId="S::mingjie.qiu@sofia.edu::8644de6c-8740-44ff-b1a8-be658cc3d582" providerId="AD" clId="Web-{F09D391C-03DD-28C8-11CE-D99F378AC8BD}" dt="2026-03-15T02:03:59.832" v="572" actId="20577"/>
          <ac:spMkLst>
            <pc:docMk/>
            <pc:sldMk cId="0" sldId="276"/>
            <ac:spMk id="9" creationId="{9E625B71-F5BF-6D9B-8B96-97E8F636B9F1}"/>
          </ac:spMkLst>
        </pc:spChg>
      </pc:sldChg>
      <pc:sldChg chg="del ord">
        <pc:chgData name="Mingjie Qiu" userId="S::mingjie.qiu@sofia.edu::8644de6c-8740-44ff-b1a8-be658cc3d582" providerId="AD" clId="Web-{F09D391C-03DD-28C8-11CE-D99F378AC8BD}" dt="2026-03-15T01:47:26.470" v="484"/>
        <pc:sldMkLst>
          <pc:docMk/>
          <pc:sldMk cId="0" sldId="277"/>
        </pc:sldMkLst>
      </pc:sldChg>
      <pc:sldChg chg="addSp delSp modSp">
        <pc:chgData name="Mingjie Qiu" userId="S::mingjie.qiu@sofia.edu::8644de6c-8740-44ff-b1a8-be658cc3d582" providerId="AD" clId="Web-{F09D391C-03DD-28C8-11CE-D99F378AC8BD}" dt="2026-03-15T01:35:22.795" v="410" actId="20577"/>
        <pc:sldMkLst>
          <pc:docMk/>
          <pc:sldMk cId="0" sldId="278"/>
        </pc:sldMkLst>
        <pc:spChg chg="del">
          <ac:chgData name="Mingjie Qiu" userId="S::mingjie.qiu@sofia.edu::8644de6c-8740-44ff-b1a8-be658cc3d582" providerId="AD" clId="Web-{F09D391C-03DD-28C8-11CE-D99F378AC8BD}" dt="2026-03-15T01:35:17.060" v="4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F09D391C-03DD-28C8-11CE-D99F378AC8BD}" dt="2026-03-15T01:35:22.795" v="410" actId="20577"/>
          <ac:spMkLst>
            <pc:docMk/>
            <pc:sldMk cId="0" sldId="278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F09D391C-03DD-28C8-11CE-D99F378AC8BD}" dt="2026-03-15T01:35:17.060" v="406"/>
          <ac:spMkLst>
            <pc:docMk/>
            <pc:sldMk cId="0" sldId="278"/>
            <ac:spMk id="7" creationId="{83C0FCFB-9B58-85D7-E150-48A34C6C9E9A}"/>
          </ac:spMkLst>
        </pc:spChg>
      </pc:sldChg>
      <pc:sldChg chg="modSp">
        <pc:chgData name="Mingjie Qiu" userId="S::mingjie.qiu@sofia.edu::8644de6c-8740-44ff-b1a8-be658cc3d582" providerId="AD" clId="Web-{F09D391C-03DD-28C8-11CE-D99F378AC8BD}" dt="2026-03-15T02:16:56.111" v="856" actId="20577"/>
        <pc:sldMkLst>
          <pc:docMk/>
          <pc:sldMk cId="1146614493" sldId="279"/>
        </pc:sldMkLst>
        <pc:spChg chg="mod">
          <ac:chgData name="Mingjie Qiu" userId="S::mingjie.qiu@sofia.edu::8644de6c-8740-44ff-b1a8-be658cc3d582" providerId="AD" clId="Web-{F09D391C-03DD-28C8-11CE-D99F378AC8BD}" dt="2026-03-15T01:32:15.776" v="394" actId="20577"/>
          <ac:spMkLst>
            <pc:docMk/>
            <pc:sldMk cId="1146614493" sldId="279"/>
            <ac:spMk id="3" creationId="{C063D1FB-6B44-E00B-CD30-56831916CD70}"/>
          </ac:spMkLst>
        </pc:spChg>
        <pc:spChg chg="mod">
          <ac:chgData name="Mingjie Qiu" userId="S::mingjie.qiu@sofia.edu::8644de6c-8740-44ff-b1a8-be658cc3d582" providerId="AD" clId="Web-{F09D391C-03DD-28C8-11CE-D99F378AC8BD}" dt="2026-03-15T02:16:56.111" v="856" actId="20577"/>
          <ac:spMkLst>
            <pc:docMk/>
            <pc:sldMk cId="1146614493" sldId="279"/>
            <ac:spMk id="5" creationId="{BAA13DB2-FB3B-13BA-792C-92727E8F3001}"/>
          </ac:spMkLst>
        </pc:spChg>
      </pc:sldChg>
      <pc:sldChg chg="addSp delSp modSp add replId">
        <pc:chgData name="Mingjie Qiu" userId="S::mingjie.qiu@sofia.edu::8644de6c-8740-44ff-b1a8-be658cc3d582" providerId="AD" clId="Web-{F09D391C-03DD-28C8-11CE-D99F378AC8BD}" dt="2026-03-15T02:03:33.926" v="564"/>
        <pc:sldMkLst>
          <pc:docMk/>
          <pc:sldMk cId="2192508797" sldId="280"/>
        </pc:sldMkLst>
        <pc:spChg chg="mod">
          <ac:chgData name="Mingjie Qiu" userId="S::mingjie.qiu@sofia.edu::8644de6c-8740-44ff-b1a8-be658cc3d582" providerId="AD" clId="Web-{F09D391C-03DD-28C8-11CE-D99F378AC8BD}" dt="2026-03-15T00:05:13.050" v="25" actId="20577"/>
          <ac:spMkLst>
            <pc:docMk/>
            <pc:sldMk cId="2192508797" sldId="280"/>
            <ac:spMk id="2" creationId="{7F520C20-67D5-BD27-5438-7734A5DA1D94}"/>
          </ac:spMkLst>
        </pc:spChg>
        <pc:spChg chg="mod">
          <ac:chgData name="Mingjie Qiu" userId="S::mingjie.qiu@sofia.edu::8644de6c-8740-44ff-b1a8-be658cc3d582" providerId="AD" clId="Web-{F09D391C-03DD-28C8-11CE-D99F378AC8BD}" dt="2026-03-15T01:41:52.893" v="454" actId="20577"/>
          <ac:spMkLst>
            <pc:docMk/>
            <pc:sldMk cId="2192508797" sldId="280"/>
            <ac:spMk id="3" creationId="{33917E1B-FEA9-E041-7E4F-BF792477CD0F}"/>
          </ac:spMkLst>
        </pc:spChg>
        <pc:picChg chg="add del mod">
          <ac:chgData name="Mingjie Qiu" userId="S::mingjie.qiu@sofia.edu::8644de6c-8740-44ff-b1a8-be658cc3d582" providerId="AD" clId="Web-{F09D391C-03DD-28C8-11CE-D99F378AC8BD}" dt="2026-03-15T02:03:33.926" v="564"/>
          <ac:picMkLst>
            <pc:docMk/>
            <pc:sldMk cId="2192508797" sldId="280"/>
            <ac:picMk id="6" creationId="{69594186-E016-6143-A405-771A84FBC904}"/>
          </ac:picMkLst>
        </pc:picChg>
      </pc:sldChg>
      <pc:sldChg chg="add del replId">
        <pc:chgData name="Mingjie Qiu" userId="S::mingjie.qiu@sofia.edu::8644de6c-8740-44ff-b1a8-be658cc3d582" providerId="AD" clId="Web-{F09D391C-03DD-28C8-11CE-D99F378AC8BD}" dt="2026-03-15T00:38:43.811" v="326"/>
        <pc:sldMkLst>
          <pc:docMk/>
          <pc:sldMk cId="1307673653" sldId="281"/>
        </pc:sldMkLst>
      </pc:sldChg>
      <pc:sldChg chg="addSp delSp modSp add mod replId modClrScheme chgLayout">
        <pc:chgData name="Mingjie Qiu" userId="S::mingjie.qiu@sofia.edu::8644de6c-8740-44ff-b1a8-be658cc3d582" providerId="AD" clId="Web-{F09D391C-03DD-28C8-11CE-D99F378AC8BD}" dt="2026-03-15T23:28:03.897" v="1414" actId="20577"/>
        <pc:sldMkLst>
          <pc:docMk/>
          <pc:sldMk cId="1831771598" sldId="281"/>
        </pc:sldMkLst>
        <pc:spChg chg="del">
          <ac:chgData name="Mingjie Qiu" userId="S::mingjie.qiu@sofia.edu::8644de6c-8740-44ff-b1a8-be658cc3d582" providerId="AD" clId="Web-{F09D391C-03DD-28C8-11CE-D99F378AC8BD}" dt="2026-03-15T00:38:57.249" v="329"/>
          <ac:spMkLst>
            <pc:docMk/>
            <pc:sldMk cId="1831771598" sldId="281"/>
            <ac:spMk id="2" creationId="{8788F2E1-BEE3-3E68-5BC2-3BF169E49CDA}"/>
          </ac:spMkLst>
        </pc:spChg>
        <pc:spChg chg="del">
          <ac:chgData name="Mingjie Qiu" userId="S::mingjie.qiu@sofia.edu::8644de6c-8740-44ff-b1a8-be658cc3d582" providerId="AD" clId="Web-{F09D391C-03DD-28C8-11CE-D99F378AC8BD}" dt="2026-03-15T00:38:57.186" v="328"/>
          <ac:spMkLst>
            <pc:docMk/>
            <pc:sldMk cId="1831771598" sldId="281"/>
            <ac:spMk id="3" creationId="{3DE393F3-22F6-1493-98CE-7C55AE723E51}"/>
          </ac:spMkLst>
        </pc:spChg>
        <pc:spChg chg="mod">
          <ac:chgData name="Mingjie Qiu" userId="S::mingjie.qiu@sofia.edu::8644de6c-8740-44ff-b1a8-be658cc3d582" providerId="AD" clId="Web-{F09D391C-03DD-28C8-11CE-D99F378AC8BD}" dt="2026-03-15T00:39:49.454" v="340"/>
          <ac:spMkLst>
            <pc:docMk/>
            <pc:sldMk cId="1831771598" sldId="281"/>
            <ac:spMk id="4" creationId="{00BBCD6B-0E20-2457-7768-2694A0B0793D}"/>
          </ac:spMkLst>
        </pc:spChg>
        <pc:spChg chg="mod ord">
          <ac:chgData name="Mingjie Qiu" userId="S::mingjie.qiu@sofia.edu::8644de6c-8740-44ff-b1a8-be658cc3d582" providerId="AD" clId="Web-{F09D391C-03DD-28C8-11CE-D99F378AC8BD}" dt="2026-03-15T00:39:49.454" v="340"/>
          <ac:spMkLst>
            <pc:docMk/>
            <pc:sldMk cId="1831771598" sldId="281"/>
            <ac:spMk id="5" creationId="{E4344F5C-3122-0FEA-B68A-99328E81834A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9:31.282" v="333"/>
          <ac:spMkLst>
            <pc:docMk/>
            <pc:sldMk cId="1831771598" sldId="281"/>
            <ac:spMk id="7" creationId="{D634093B-F323-4C13-E8A4-D82CD396D1CF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41:25.207" v="369"/>
          <ac:spMkLst>
            <pc:docMk/>
            <pc:sldMk cId="1831771598" sldId="281"/>
            <ac:spMk id="11" creationId="{D41307B2-AB78-2393-9A8B-D3231159AB54}"/>
          </ac:spMkLst>
        </pc:spChg>
        <pc:spChg chg="add mod">
          <ac:chgData name="Mingjie Qiu" userId="S::mingjie.qiu@sofia.edu::8644de6c-8740-44ff-b1a8-be658cc3d582" providerId="AD" clId="Web-{F09D391C-03DD-28C8-11CE-D99F378AC8BD}" dt="2026-03-15T23:28:03.897" v="1414" actId="20577"/>
          <ac:spMkLst>
            <pc:docMk/>
            <pc:sldMk cId="1831771598" sldId="281"/>
            <ac:spMk id="13" creationId="{666A9BDA-1E63-B135-1A5F-DCF535168A9D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9:41.969" v="335"/>
          <ac:spMkLst>
            <pc:docMk/>
            <pc:sldMk cId="1831771598" sldId="281"/>
            <ac:spMk id="14" creationId="{3A9523DC-AF64-D7A6-A781-8A1BC49E1716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9:41.969" v="335"/>
          <ac:spMkLst>
            <pc:docMk/>
            <pc:sldMk cId="1831771598" sldId="281"/>
            <ac:spMk id="16" creationId="{87A09FAA-2EE0-AFA7-FE16-F1D75CE3162C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41:38.645" v="376"/>
          <ac:spMkLst>
            <pc:docMk/>
            <pc:sldMk cId="1831771598" sldId="281"/>
            <ac:spMk id="17" creationId="{05347E17-4370-83A4-A829-C6C407474BEF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9:45.610" v="337"/>
          <ac:spMkLst>
            <pc:docMk/>
            <pc:sldMk cId="1831771598" sldId="281"/>
            <ac:spMk id="18" creationId="{DEFC2899-DC4A-AACF-236C-6F2E3EF131EB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9:45.610" v="337"/>
          <ac:spMkLst>
            <pc:docMk/>
            <pc:sldMk cId="1831771598" sldId="281"/>
            <ac:spMk id="19" creationId="{5F81A6ED-AA00-95D6-A2FD-2BE8A36BF239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9:45.610" v="337"/>
          <ac:spMkLst>
            <pc:docMk/>
            <pc:sldMk cId="1831771598" sldId="281"/>
            <ac:spMk id="20" creationId="{F1957EC4-E6A8-0CC0-1705-F2289600F63A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9:49.454" v="339"/>
          <ac:spMkLst>
            <pc:docMk/>
            <pc:sldMk cId="1831771598" sldId="281"/>
            <ac:spMk id="22" creationId="{5C160DB8-E6FE-BCE9-CB1D-A2632E4D156B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9:49.454" v="339"/>
          <ac:spMkLst>
            <pc:docMk/>
            <pc:sldMk cId="1831771598" sldId="281"/>
            <ac:spMk id="23" creationId="{639B5AAF-DD2D-CA95-5B06-A4A1DD0F6568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39:49.454" v="339"/>
          <ac:spMkLst>
            <pc:docMk/>
            <pc:sldMk cId="1831771598" sldId="281"/>
            <ac:spMk id="24" creationId="{2955F0F6-4096-4BFF-5F7E-6C3E4B3B4B15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00:41:19.566" v="367"/>
          <ac:spMkLst>
            <pc:docMk/>
            <pc:sldMk cId="1831771598" sldId="281"/>
            <ac:spMk id="26" creationId="{3A9523DC-AF64-D7A6-A781-8A1BC49E1716}"/>
          </ac:spMkLst>
        </pc:spChg>
        <pc:spChg chg="add mod">
          <ac:chgData name="Mingjie Qiu" userId="S::mingjie.qiu@sofia.edu::8644de6c-8740-44ff-b1a8-be658cc3d582" providerId="AD" clId="Web-{F09D391C-03DD-28C8-11CE-D99F378AC8BD}" dt="2026-03-15T00:39:49.454" v="340"/>
          <ac:spMkLst>
            <pc:docMk/>
            <pc:sldMk cId="1831771598" sldId="281"/>
            <ac:spMk id="27" creationId="{87A09FAA-2EE0-AFA7-FE16-F1D75CE3162C}"/>
          </ac:spMkLst>
        </pc:spChg>
        <pc:graphicFrameChg chg="add mod modGraphic">
          <ac:chgData name="Mingjie Qiu" userId="S::mingjie.qiu@sofia.edu::8644de6c-8740-44ff-b1a8-be658cc3d582" providerId="AD" clId="Web-{F09D391C-03DD-28C8-11CE-D99F378AC8BD}" dt="2026-03-15T23:16:01.016" v="1026"/>
          <ac:graphicFrameMkLst>
            <pc:docMk/>
            <pc:sldMk cId="1831771598" sldId="281"/>
            <ac:graphicFrameMk id="9" creationId="{BD947459-C0DF-6AD7-3EEC-B50B19A7B553}"/>
          </ac:graphicFrameMkLst>
        </pc:graphicFrameChg>
      </pc:sldChg>
      <pc:sldChg chg="delSp new del">
        <pc:chgData name="Mingjie Qiu" userId="S::mingjie.qiu@sofia.edu::8644de6c-8740-44ff-b1a8-be658cc3d582" providerId="AD" clId="Web-{F09D391C-03DD-28C8-11CE-D99F378AC8BD}" dt="2026-03-15T00:37:35.198" v="323"/>
        <pc:sldMkLst>
          <pc:docMk/>
          <pc:sldMk cId="3775336251" sldId="281"/>
        </pc:sldMkLst>
        <pc:spChg chg="del">
          <ac:chgData name="Mingjie Qiu" userId="S::mingjie.qiu@sofia.edu::8644de6c-8740-44ff-b1a8-be658cc3d582" providerId="AD" clId="Web-{F09D391C-03DD-28C8-11CE-D99F378AC8BD}" dt="2026-03-15T00:37:17.744" v="321"/>
          <ac:spMkLst>
            <pc:docMk/>
            <pc:sldMk cId="3775336251" sldId="281"/>
            <ac:spMk id="2" creationId="{0537DA3F-A48C-0654-9DF2-15B6653BAE7B}"/>
          </ac:spMkLst>
        </pc:spChg>
        <pc:spChg chg="del">
          <ac:chgData name="Mingjie Qiu" userId="S::mingjie.qiu@sofia.edu::8644de6c-8740-44ff-b1a8-be658cc3d582" providerId="AD" clId="Web-{F09D391C-03DD-28C8-11CE-D99F378AC8BD}" dt="2026-03-15T00:37:17.744" v="320"/>
          <ac:spMkLst>
            <pc:docMk/>
            <pc:sldMk cId="3775336251" sldId="281"/>
            <ac:spMk id="3" creationId="{A1DF810C-13B2-AA25-8A69-45A3DCACE546}"/>
          </ac:spMkLst>
        </pc:spChg>
      </pc:sldChg>
      <pc:sldChg chg="add del replId">
        <pc:chgData name="Mingjie Qiu" userId="S::mingjie.qiu@sofia.edu::8644de6c-8740-44ff-b1a8-be658cc3d582" providerId="AD" clId="Web-{F09D391C-03DD-28C8-11CE-D99F378AC8BD}" dt="2026-03-15T00:39:09.593" v="331"/>
        <pc:sldMkLst>
          <pc:docMk/>
          <pc:sldMk cId="464829659" sldId="282"/>
        </pc:sldMkLst>
      </pc:sldChg>
      <pc:sldChg chg="addSp delSp modSp add replId">
        <pc:chgData name="Mingjie Qiu" userId="S::mingjie.qiu@sofia.edu::8644de6c-8740-44ff-b1a8-be658cc3d582" providerId="AD" clId="Web-{F09D391C-03DD-28C8-11CE-D99F378AC8BD}" dt="2026-03-15T23:29:46.376" v="1434"/>
        <pc:sldMkLst>
          <pc:docMk/>
          <pc:sldMk cId="2512730003" sldId="282"/>
        </pc:sldMkLst>
        <pc:spChg chg="mod">
          <ac:chgData name="Mingjie Qiu" userId="S::mingjie.qiu@sofia.edu::8644de6c-8740-44ff-b1a8-be658cc3d582" providerId="AD" clId="Web-{F09D391C-03DD-28C8-11CE-D99F378AC8BD}" dt="2026-03-15T23:11:30.735" v="872"/>
          <ac:spMkLst>
            <pc:docMk/>
            <pc:sldMk cId="2512730003" sldId="282"/>
            <ac:spMk id="4" creationId="{FEA8D348-B7B3-A2C9-D350-866B63DA82A1}"/>
          </ac:spMkLst>
        </pc:spChg>
        <pc:spChg chg="mod">
          <ac:chgData name="Mingjie Qiu" userId="S::mingjie.qiu@sofia.edu::8644de6c-8740-44ff-b1a8-be658cc3d582" providerId="AD" clId="Web-{F09D391C-03DD-28C8-11CE-D99F378AC8BD}" dt="2026-03-15T23:11:30.735" v="872"/>
          <ac:spMkLst>
            <pc:docMk/>
            <pc:sldMk cId="2512730003" sldId="282"/>
            <ac:spMk id="5" creationId="{405DE144-9080-C4A0-5079-3AD21441D3E4}"/>
          </ac:spMkLst>
        </pc:spChg>
        <pc:spChg chg="add del mod">
          <ac:chgData name="Mingjie Qiu" userId="S::mingjie.qiu@sofia.edu::8644de6c-8740-44ff-b1a8-be658cc3d582" providerId="AD" clId="Web-{F09D391C-03DD-28C8-11CE-D99F378AC8BD}" dt="2026-03-15T23:29:46.376" v="1434"/>
          <ac:spMkLst>
            <pc:docMk/>
            <pc:sldMk cId="2512730003" sldId="282"/>
            <ac:spMk id="6" creationId="{DEF99CFF-AC64-DBC0-C479-FB66E619CF36}"/>
          </ac:spMkLst>
        </pc:spChg>
        <pc:spChg chg="mod ord">
          <ac:chgData name="Mingjie Qiu" userId="S::mingjie.qiu@sofia.edu::8644de6c-8740-44ff-b1a8-be658cc3d582" providerId="AD" clId="Web-{F09D391C-03DD-28C8-11CE-D99F378AC8BD}" dt="2026-03-15T23:28:19.694" v="1416" actId="20577"/>
          <ac:spMkLst>
            <pc:docMk/>
            <pc:sldMk cId="2512730003" sldId="282"/>
            <ac:spMk id="13" creationId="{E1A75B41-897B-0C63-E79D-C50D768B6459}"/>
          </ac:spMkLst>
        </pc:spChg>
        <pc:spChg chg="mod">
          <ac:chgData name="Mingjie Qiu" userId="S::mingjie.qiu@sofia.edu::8644de6c-8740-44ff-b1a8-be658cc3d582" providerId="AD" clId="Web-{F09D391C-03DD-28C8-11CE-D99F378AC8BD}" dt="2026-03-15T23:11:30.735" v="872"/>
          <ac:spMkLst>
            <pc:docMk/>
            <pc:sldMk cId="2512730003" sldId="282"/>
            <ac:spMk id="27" creationId="{BF12DB60-0153-E1F4-48F5-9F3F32FE8918}"/>
          </ac:spMkLst>
        </pc:spChg>
        <pc:graphicFrameChg chg="del">
          <ac:chgData name="Mingjie Qiu" userId="S::mingjie.qiu@sofia.edu::8644de6c-8740-44ff-b1a8-be658cc3d582" providerId="AD" clId="Web-{F09D391C-03DD-28C8-11CE-D99F378AC8BD}" dt="2026-03-15T00:41:52.552" v="383"/>
          <ac:graphicFrameMkLst>
            <pc:docMk/>
            <pc:sldMk cId="2512730003" sldId="282"/>
            <ac:graphicFrameMk id="9" creationId="{D81DFBB4-3675-CB1B-8815-3DEFBE92B1C7}"/>
          </ac:graphicFrameMkLst>
        </pc:graphicFrameChg>
        <pc:picChg chg="add del mod">
          <ac:chgData name="Mingjie Qiu" userId="S::mingjie.qiu@sofia.edu::8644de6c-8740-44ff-b1a8-be658cc3d582" providerId="AD" clId="Web-{F09D391C-03DD-28C8-11CE-D99F378AC8BD}" dt="2026-03-15T23:11:17.467" v="869"/>
          <ac:picMkLst>
            <pc:docMk/>
            <pc:sldMk cId="2512730003" sldId="282"/>
            <ac:picMk id="2" creationId="{E11A87FC-3F4C-EF6F-FBFE-095C797724FB}"/>
          </ac:picMkLst>
        </pc:picChg>
        <pc:picChg chg="add mod ord">
          <ac:chgData name="Mingjie Qiu" userId="S::mingjie.qiu@sofia.edu::8644de6c-8740-44ff-b1a8-be658cc3d582" providerId="AD" clId="Web-{F09D391C-03DD-28C8-11CE-D99F378AC8BD}" dt="2026-03-15T23:12:16.914" v="879" actId="1076"/>
          <ac:picMkLst>
            <pc:docMk/>
            <pc:sldMk cId="2512730003" sldId="282"/>
            <ac:picMk id="3" creationId="{E5CBB443-DBED-8066-936E-5F6F0BBD5D07}"/>
          </ac:picMkLst>
        </pc:picChg>
      </pc:sldChg>
      <pc:sldChg chg="new del">
        <pc:chgData name="Mingjie Qiu" userId="S::mingjie.qiu@sofia.edu::8644de6c-8740-44ff-b1a8-be658cc3d582" providerId="AD" clId="Web-{F09D391C-03DD-28C8-11CE-D99F378AC8BD}" dt="2026-03-15T00:38:36.873" v="324"/>
        <pc:sldMkLst>
          <pc:docMk/>
          <pc:sldMk cId="2758934596" sldId="282"/>
        </pc:sldMkLst>
      </pc:sldChg>
      <pc:sldChg chg="modSp add replId">
        <pc:chgData name="Mingjie Qiu" userId="S::mingjie.qiu@sofia.edu::8644de6c-8740-44ff-b1a8-be658cc3d582" providerId="AD" clId="Web-{F09D391C-03DD-28C8-11CE-D99F378AC8BD}" dt="2026-03-15T01:35:02.231" v="403" actId="20577"/>
        <pc:sldMkLst>
          <pc:docMk/>
          <pc:sldMk cId="49581956" sldId="283"/>
        </pc:sldMkLst>
        <pc:spChg chg="mod">
          <ac:chgData name="Mingjie Qiu" userId="S::mingjie.qiu@sofia.edu::8644de6c-8740-44ff-b1a8-be658cc3d582" providerId="AD" clId="Web-{F09D391C-03DD-28C8-11CE-D99F378AC8BD}" dt="2026-03-15T01:34:46.980" v="400" actId="20577"/>
          <ac:spMkLst>
            <pc:docMk/>
            <pc:sldMk cId="49581956" sldId="283"/>
            <ac:spMk id="2" creationId="{BCC64E7D-7882-39C4-8915-4A4F7C2BE4F0}"/>
          </ac:spMkLst>
        </pc:spChg>
        <pc:spChg chg="mod">
          <ac:chgData name="Mingjie Qiu" userId="S::mingjie.qiu@sofia.edu::8644de6c-8740-44ff-b1a8-be658cc3d582" providerId="AD" clId="Web-{F09D391C-03DD-28C8-11CE-D99F378AC8BD}" dt="2026-03-15T01:35:02.231" v="403" actId="20577"/>
          <ac:spMkLst>
            <pc:docMk/>
            <pc:sldMk cId="49581956" sldId="283"/>
            <ac:spMk id="3" creationId="{7B9F678D-6FE9-ACEA-5A76-ECD39BF3EC7A}"/>
          </ac:spMkLst>
        </pc:spChg>
      </pc:sldChg>
      <pc:sldChg chg="new del">
        <pc:chgData name="Mingjie Qiu" userId="S::mingjie.qiu@sofia.edu::8644de6c-8740-44ff-b1a8-be658cc3d582" providerId="AD" clId="Web-{F09D391C-03DD-28C8-11CE-D99F378AC8BD}" dt="2026-03-15T01:44:13.929" v="457"/>
        <pc:sldMkLst>
          <pc:docMk/>
          <pc:sldMk cId="2067928162" sldId="284"/>
        </pc:sldMkLst>
      </pc:sldChg>
      <pc:sldChg chg="addSp delSp modSp add replId">
        <pc:chgData name="Mingjie Qiu" userId="S::mingjie.qiu@sofia.edu::8644de6c-8740-44ff-b1a8-be658cc3d582" providerId="AD" clId="Web-{F09D391C-03DD-28C8-11CE-D99F378AC8BD}" dt="2026-03-15T01:44:53.165" v="468"/>
        <pc:sldMkLst>
          <pc:docMk/>
          <pc:sldMk cId="3692069810" sldId="284"/>
        </pc:sldMkLst>
        <pc:spChg chg="del">
          <ac:chgData name="Mingjie Qiu" userId="S::mingjie.qiu@sofia.edu::8644de6c-8740-44ff-b1a8-be658cc3d582" providerId="AD" clId="Web-{F09D391C-03DD-28C8-11CE-D99F378AC8BD}" dt="2026-03-15T01:44:29.148" v="461"/>
          <ac:spMkLst>
            <pc:docMk/>
            <pc:sldMk cId="3692069810" sldId="284"/>
            <ac:spMk id="2" creationId="{08EEC26E-B31C-D077-0080-8D9E2BAB5688}"/>
          </ac:spMkLst>
        </pc:spChg>
        <pc:spChg chg="del">
          <ac:chgData name="Mingjie Qiu" userId="S::mingjie.qiu@sofia.edu::8644de6c-8740-44ff-b1a8-be658cc3d582" providerId="AD" clId="Web-{F09D391C-03DD-28C8-11CE-D99F378AC8BD}" dt="2026-03-15T01:44:30.977" v="462"/>
          <ac:spMkLst>
            <pc:docMk/>
            <pc:sldMk cId="3692069810" sldId="284"/>
            <ac:spMk id="3" creationId="{19DAD4FA-DFDC-A91E-425C-8736EA68A901}"/>
          </ac:spMkLst>
        </pc:spChg>
        <pc:spChg chg="add mod">
          <ac:chgData name="Mingjie Qiu" userId="S::mingjie.qiu@sofia.edu::8644de6c-8740-44ff-b1a8-be658cc3d582" providerId="AD" clId="Web-{F09D391C-03DD-28C8-11CE-D99F378AC8BD}" dt="2026-03-15T01:44:29.148" v="461"/>
          <ac:spMkLst>
            <pc:docMk/>
            <pc:sldMk cId="3692069810" sldId="284"/>
            <ac:spMk id="8" creationId="{929FD59C-4157-F406-444A-51E6D70ADC31}"/>
          </ac:spMkLst>
        </pc:spChg>
        <pc:spChg chg="add mod">
          <ac:chgData name="Mingjie Qiu" userId="S::mingjie.qiu@sofia.edu::8644de6c-8740-44ff-b1a8-be658cc3d582" providerId="AD" clId="Web-{F09D391C-03DD-28C8-11CE-D99F378AC8BD}" dt="2026-03-15T01:44:30.977" v="462"/>
          <ac:spMkLst>
            <pc:docMk/>
            <pc:sldMk cId="3692069810" sldId="284"/>
            <ac:spMk id="10" creationId="{B81E0366-50FE-1A7D-B4F6-D80720E4FD96}"/>
          </ac:spMkLst>
        </pc:spChg>
        <pc:picChg chg="mod ord">
          <ac:chgData name="Mingjie Qiu" userId="S::mingjie.qiu@sofia.edu::8644de6c-8740-44ff-b1a8-be658cc3d582" providerId="AD" clId="Web-{F09D391C-03DD-28C8-11CE-D99F378AC8BD}" dt="2026-03-15T01:44:53.165" v="468"/>
          <ac:picMkLst>
            <pc:docMk/>
            <pc:sldMk cId="3692069810" sldId="284"/>
            <ac:picMk id="6" creationId="{76DF2935-4DFD-0417-23F2-204E21FAEFDB}"/>
          </ac:picMkLst>
        </pc:picChg>
      </pc:sldChg>
      <pc:sldChg chg="addSp delSp modSp add del replId">
        <pc:chgData name="Mingjie Qiu" userId="S::mingjie.qiu@sofia.edu::8644de6c-8740-44ff-b1a8-be658cc3d582" providerId="AD" clId="Web-{F09D391C-03DD-28C8-11CE-D99F378AC8BD}" dt="2026-03-15T02:13:42.748" v="769"/>
        <pc:sldMkLst>
          <pc:docMk/>
          <pc:sldMk cId="2290220465" sldId="285"/>
        </pc:sldMkLst>
        <pc:spChg chg="mod">
          <ac:chgData name="Mingjie Qiu" userId="S::mingjie.qiu@sofia.edu::8644de6c-8740-44ff-b1a8-be658cc3d582" providerId="AD" clId="Web-{F09D391C-03DD-28C8-11CE-D99F378AC8BD}" dt="2026-03-15T02:11:49.039" v="719" actId="20577"/>
          <ac:spMkLst>
            <pc:docMk/>
            <pc:sldMk cId="2290220465" sldId="285"/>
            <ac:spMk id="2" creationId="{A999C8A1-FCFC-77FE-979A-D241218A98F5}"/>
          </ac:spMkLst>
        </pc:spChg>
        <pc:spChg chg="del mod">
          <ac:chgData name="Mingjie Qiu" userId="S::mingjie.qiu@sofia.edu::8644de6c-8740-44ff-b1a8-be658cc3d582" providerId="AD" clId="Web-{F09D391C-03DD-28C8-11CE-D99F378AC8BD}" dt="2026-03-15T02:13:23.278" v="767"/>
          <ac:spMkLst>
            <pc:docMk/>
            <pc:sldMk cId="2290220465" sldId="285"/>
            <ac:spMk id="3" creationId="{83264344-2A8D-C223-4FC3-074147B7F943}"/>
          </ac:spMkLst>
        </pc:spChg>
        <pc:spChg chg="add del">
          <ac:chgData name="Mingjie Qiu" userId="S::mingjie.qiu@sofia.edu::8644de6c-8740-44ff-b1a8-be658cc3d582" providerId="AD" clId="Web-{F09D391C-03DD-28C8-11CE-D99F378AC8BD}" dt="2026-03-15T02:13:14.231" v="762"/>
          <ac:spMkLst>
            <pc:docMk/>
            <pc:sldMk cId="2290220465" sldId="285"/>
            <ac:spMk id="7" creationId="{66745F6F-9012-8722-D6FE-719FA2F0F1C7}"/>
          </ac:spMkLst>
        </pc:spChg>
        <pc:spChg chg="add mod">
          <ac:chgData name="Mingjie Qiu" userId="S::mingjie.qiu@sofia.edu::8644de6c-8740-44ff-b1a8-be658cc3d582" providerId="AD" clId="Web-{F09D391C-03DD-28C8-11CE-D99F378AC8BD}" dt="2026-03-15T02:13:23.278" v="767"/>
          <ac:spMkLst>
            <pc:docMk/>
            <pc:sldMk cId="2290220465" sldId="285"/>
            <ac:spMk id="9" creationId="{6B1B492A-B8CE-C87A-BA83-044A984ECB71}"/>
          </ac:spMkLst>
        </pc:spChg>
        <pc:spChg chg="add">
          <ac:chgData name="Mingjie Qiu" userId="S::mingjie.qiu@sofia.edu::8644de6c-8740-44ff-b1a8-be658cc3d582" providerId="AD" clId="Web-{F09D391C-03DD-28C8-11CE-D99F378AC8BD}" dt="2026-03-15T02:13:23.966" v="768"/>
          <ac:spMkLst>
            <pc:docMk/>
            <pc:sldMk cId="2290220465" sldId="285"/>
            <ac:spMk id="11" creationId="{B0B8C1FF-3975-F483-56A4-633DAE4AFD92}"/>
          </ac:spMkLst>
        </pc:spChg>
      </pc:sldChg>
      <pc:sldChg chg="modSp add replId">
        <pc:chgData name="Mingjie Qiu" userId="S::mingjie.qiu@sofia.edu::8644de6c-8740-44ff-b1a8-be658cc3d582" providerId="AD" clId="Web-{F09D391C-03DD-28C8-11CE-D99F378AC8BD}" dt="2026-03-15T02:14:29.038" v="791" actId="14100"/>
        <pc:sldMkLst>
          <pc:docMk/>
          <pc:sldMk cId="3529237486" sldId="285"/>
        </pc:sldMkLst>
        <pc:spChg chg="mod">
          <ac:chgData name="Mingjie Qiu" userId="S::mingjie.qiu@sofia.edu::8644de6c-8740-44ff-b1a8-be658cc3d582" providerId="AD" clId="Web-{F09D391C-03DD-28C8-11CE-D99F378AC8BD}" dt="2026-03-15T02:14:23.208" v="789" actId="1076"/>
          <ac:spMkLst>
            <pc:docMk/>
            <pc:sldMk cId="3529237486" sldId="285"/>
            <ac:spMk id="2" creationId="{A9A6DB20-4C4A-7C5D-ADC9-1381ECD9270B}"/>
          </ac:spMkLst>
        </pc:spChg>
        <pc:spChg chg="mod">
          <ac:chgData name="Mingjie Qiu" userId="S::mingjie.qiu@sofia.edu::8644de6c-8740-44ff-b1a8-be658cc3d582" providerId="AD" clId="Web-{F09D391C-03DD-28C8-11CE-D99F378AC8BD}" dt="2026-03-15T02:14:29.038" v="791" actId="14100"/>
          <ac:spMkLst>
            <pc:docMk/>
            <pc:sldMk cId="3529237486" sldId="285"/>
            <ac:spMk id="3" creationId="{62C36433-F13C-3AFB-7D05-96BDFE404373}"/>
          </ac:spMkLst>
        </pc:spChg>
      </pc:sldChg>
      <pc:sldChg chg="new del">
        <pc:chgData name="Mingjie Qiu" userId="S::mingjie.qiu@sofia.edu::8644de6c-8740-44ff-b1a8-be658cc3d582" providerId="AD" clId="Web-{F09D391C-03DD-28C8-11CE-D99F378AC8BD}" dt="2026-03-15T23:17:01.801" v="1028"/>
        <pc:sldMkLst>
          <pc:docMk/>
          <pc:sldMk cId="758477180" sldId="286"/>
        </pc:sldMkLst>
      </pc:sldChg>
      <pc:sldChg chg="addSp delSp modSp add del replId">
        <pc:chgData name="Mingjie Qiu" userId="S::mingjie.qiu@sofia.edu::8644de6c-8740-44ff-b1a8-be658cc3d582" providerId="AD" clId="Web-{F09D391C-03DD-28C8-11CE-D99F378AC8BD}" dt="2026-03-15T23:26:46.835" v="1388"/>
        <pc:sldMkLst>
          <pc:docMk/>
          <pc:sldMk cId="3001267797" sldId="286"/>
        </pc:sldMkLst>
        <pc:graphicFrameChg chg="add mod modGraphic">
          <ac:chgData name="Mingjie Qiu" userId="S::mingjie.qiu@sofia.edu::8644de6c-8740-44ff-b1a8-be658cc3d582" providerId="AD" clId="Web-{F09D391C-03DD-28C8-11CE-D99F378AC8BD}" dt="2026-03-15T23:22:19.276" v="1090" actId="1076"/>
          <ac:graphicFrameMkLst>
            <pc:docMk/>
            <pc:sldMk cId="3001267797" sldId="286"/>
            <ac:graphicFrameMk id="3" creationId="{AD517CEB-0F35-2568-16D1-AE17A11DB88D}"/>
          </ac:graphicFrameMkLst>
        </pc:graphicFrameChg>
        <pc:graphicFrameChg chg="add del mod modGraphic">
          <ac:chgData name="Mingjie Qiu" userId="S::mingjie.qiu@sofia.edu::8644de6c-8740-44ff-b1a8-be658cc3d582" providerId="AD" clId="Web-{F09D391C-03DD-28C8-11CE-D99F378AC8BD}" dt="2026-03-15T23:22:36.169" v="1127"/>
          <ac:graphicFrameMkLst>
            <pc:docMk/>
            <pc:sldMk cId="3001267797" sldId="286"/>
            <ac:graphicFrameMk id="9" creationId="{66F1AFCE-6864-6DDB-37D9-39B6B3E156D4}"/>
          </ac:graphicFrameMkLst>
        </pc:graphicFrameChg>
      </pc:sldChg>
      <pc:sldChg chg="modSp add ord replId">
        <pc:chgData name="Mingjie Qiu" userId="S::mingjie.qiu@sofia.edu::8644de6c-8740-44ff-b1a8-be658cc3d582" providerId="AD" clId="Web-{F09D391C-03DD-28C8-11CE-D99F378AC8BD}" dt="2026-03-15T23:27:30.069" v="1412" actId="20577"/>
        <pc:sldMkLst>
          <pc:docMk/>
          <pc:sldMk cId="825426763" sldId="287"/>
        </pc:sldMkLst>
        <pc:spChg chg="mod">
          <ac:chgData name="Mingjie Qiu" userId="S::mingjie.qiu@sofia.edu::8644de6c-8740-44ff-b1a8-be658cc3d582" providerId="AD" clId="Web-{F09D391C-03DD-28C8-11CE-D99F378AC8BD}" dt="2026-03-15T23:24:54.663" v="1221"/>
          <ac:spMkLst>
            <pc:docMk/>
            <pc:sldMk cId="825426763" sldId="287"/>
            <ac:spMk id="4" creationId="{EB64B0C9-02C4-2591-DDE9-962B8A5A38CD}"/>
          </ac:spMkLst>
        </pc:spChg>
        <pc:spChg chg="mod">
          <ac:chgData name="Mingjie Qiu" userId="S::mingjie.qiu@sofia.edu::8644de6c-8740-44ff-b1a8-be658cc3d582" providerId="AD" clId="Web-{F09D391C-03DD-28C8-11CE-D99F378AC8BD}" dt="2026-03-15T23:24:54.663" v="1221"/>
          <ac:spMkLst>
            <pc:docMk/>
            <pc:sldMk cId="825426763" sldId="287"/>
            <ac:spMk id="5" creationId="{4BBEA9E4-3ACC-6CC2-F991-5FDD2520714E}"/>
          </ac:spMkLst>
        </pc:spChg>
        <pc:spChg chg="mod ord">
          <ac:chgData name="Mingjie Qiu" userId="S::mingjie.qiu@sofia.edu::8644de6c-8740-44ff-b1a8-be658cc3d582" providerId="AD" clId="Web-{F09D391C-03DD-28C8-11CE-D99F378AC8BD}" dt="2026-03-15T23:27:30.069" v="1412" actId="20577"/>
          <ac:spMkLst>
            <pc:docMk/>
            <pc:sldMk cId="825426763" sldId="287"/>
            <ac:spMk id="13" creationId="{85883A1D-5229-B503-92BB-F322DE436098}"/>
          </ac:spMkLst>
        </pc:spChg>
        <pc:spChg chg="mod">
          <ac:chgData name="Mingjie Qiu" userId="S::mingjie.qiu@sofia.edu::8644de6c-8740-44ff-b1a8-be658cc3d582" providerId="AD" clId="Web-{F09D391C-03DD-28C8-11CE-D99F378AC8BD}" dt="2026-03-15T23:24:54.663" v="1221"/>
          <ac:spMkLst>
            <pc:docMk/>
            <pc:sldMk cId="825426763" sldId="287"/>
            <ac:spMk id="27" creationId="{E8EABD45-F860-45AF-22F3-F7955F03B368}"/>
          </ac:spMkLst>
        </pc:spChg>
        <pc:graphicFrameChg chg="mod modGraphic">
          <ac:chgData name="Mingjie Qiu" userId="S::mingjie.qiu@sofia.edu::8644de6c-8740-44ff-b1a8-be658cc3d582" providerId="AD" clId="Web-{F09D391C-03DD-28C8-11CE-D99F378AC8BD}" dt="2026-03-15T23:26:36.069" v="1387"/>
          <ac:graphicFrameMkLst>
            <pc:docMk/>
            <pc:sldMk cId="825426763" sldId="287"/>
            <ac:graphicFrameMk id="9" creationId="{7982EC10-C6C0-130A-7511-C6FC094C98AA}"/>
          </ac:graphicFrameMkLst>
        </pc:graphicFrameChg>
      </pc:sldChg>
      <pc:sldChg chg="addSp delSp modSp add ord replId">
        <pc:chgData name="Mingjie Qiu" userId="S::mingjie.qiu@sofia.edu::8644de6c-8740-44ff-b1a8-be658cc3d582" providerId="AD" clId="Web-{F09D391C-03DD-28C8-11CE-D99F378AC8BD}" dt="2026-03-15T23:29:39.188" v="1432" actId="1076"/>
        <pc:sldMkLst>
          <pc:docMk/>
          <pc:sldMk cId="2306380182" sldId="288"/>
        </pc:sldMkLst>
        <pc:spChg chg="del">
          <ac:chgData name="Mingjie Qiu" userId="S::mingjie.qiu@sofia.edu::8644de6c-8740-44ff-b1a8-be658cc3d582" providerId="AD" clId="Web-{F09D391C-03DD-28C8-11CE-D99F378AC8BD}" dt="2026-03-15T23:29:33.078" v="1431"/>
          <ac:spMkLst>
            <pc:docMk/>
            <pc:sldMk cId="2306380182" sldId="288"/>
            <ac:spMk id="6" creationId="{4AAAD064-5726-29A0-31E2-BC481427C1C2}"/>
          </ac:spMkLst>
        </pc:spChg>
        <pc:spChg chg="mod">
          <ac:chgData name="Mingjie Qiu" userId="S::mingjie.qiu@sofia.edu::8644de6c-8740-44ff-b1a8-be658cc3d582" providerId="AD" clId="Web-{F09D391C-03DD-28C8-11CE-D99F378AC8BD}" dt="2026-03-15T23:28:54.897" v="1426" actId="20577"/>
          <ac:spMkLst>
            <pc:docMk/>
            <pc:sldMk cId="2306380182" sldId="288"/>
            <ac:spMk id="13" creationId="{7628EEEC-8EA2-4A14-2BE5-38E8A1FFF368}"/>
          </ac:spMkLst>
        </pc:spChg>
        <pc:picChg chg="add mod">
          <ac:chgData name="Mingjie Qiu" userId="S::mingjie.qiu@sofia.edu::8644de6c-8740-44ff-b1a8-be658cc3d582" providerId="AD" clId="Web-{F09D391C-03DD-28C8-11CE-D99F378AC8BD}" dt="2026-03-15T23:29:39.188" v="1432" actId="1076"/>
          <ac:picMkLst>
            <pc:docMk/>
            <pc:sldMk cId="2306380182" sldId="288"/>
            <ac:picMk id="2" creationId="{E49060A5-8C44-BD35-B8ED-F04ECE9FBF88}"/>
          </ac:picMkLst>
        </pc:picChg>
        <pc:picChg chg="del">
          <ac:chgData name="Mingjie Qiu" userId="S::mingjie.qiu@sofia.edu::8644de6c-8740-44ff-b1a8-be658cc3d582" providerId="AD" clId="Web-{F09D391C-03DD-28C8-11CE-D99F378AC8BD}" dt="2026-03-15T23:28:56.476" v="1427"/>
          <ac:picMkLst>
            <pc:docMk/>
            <pc:sldMk cId="2306380182" sldId="288"/>
            <ac:picMk id="3" creationId="{8A1F28CF-FC0E-6F80-9A45-4C53C287C794}"/>
          </ac:picMkLst>
        </pc:picChg>
      </pc:sldChg>
    </pc:docChg>
  </pc:docChgLst>
  <pc:docChgLst>
    <pc:chgData name="Mingjie Qiu" userId="S::mingjie.qiu@sofia.edu::8644de6c-8740-44ff-b1a8-be658cc3d582" providerId="AD" clId="Web-{DAA6C914-7EC5-DB2A-6909-B46FE3D663AF}"/>
    <pc:docChg chg="addSld delSld modSld">
      <pc:chgData name="Mingjie Qiu" userId="S::mingjie.qiu@sofia.edu::8644de6c-8740-44ff-b1a8-be658cc3d582" providerId="AD" clId="Web-{DAA6C914-7EC5-DB2A-6909-B46FE3D663AF}" dt="2026-03-16T02:11:09.444" v="80" actId="20577"/>
      <pc:docMkLst>
        <pc:docMk/>
      </pc:docMkLst>
      <pc:sldChg chg="modSp">
        <pc:chgData name="Mingjie Qiu" userId="S::mingjie.qiu@sofia.edu::8644de6c-8740-44ff-b1a8-be658cc3d582" providerId="AD" clId="Web-{DAA6C914-7EC5-DB2A-6909-B46FE3D663AF}" dt="2026-03-16T02:06:19.299" v="79" actId="20577"/>
        <pc:sldMkLst>
          <pc:docMk/>
          <pc:sldMk cId="0" sldId="257"/>
        </pc:sldMkLst>
        <pc:spChg chg="mod">
          <ac:chgData name="Mingjie Qiu" userId="S::mingjie.qiu@sofia.edu::8644de6c-8740-44ff-b1a8-be658cc3d582" providerId="AD" clId="Web-{DAA6C914-7EC5-DB2A-6909-B46FE3D663AF}" dt="2026-03-16T02:06:19.299" v="79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Mingjie Qiu" userId="S::mingjie.qiu@sofia.edu::8644de6c-8740-44ff-b1a8-be658cc3d582" providerId="AD" clId="Web-{DAA6C914-7EC5-DB2A-6909-B46FE3D663AF}" dt="2026-03-16T01:11:36.509" v="0"/>
        <pc:sldMkLst>
          <pc:docMk/>
          <pc:sldMk cId="0" sldId="272"/>
        </pc:sldMkLst>
      </pc:sldChg>
      <pc:sldChg chg="modSp">
        <pc:chgData name="Mingjie Qiu" userId="S::mingjie.qiu@sofia.edu::8644de6c-8740-44ff-b1a8-be658cc3d582" providerId="AD" clId="Web-{DAA6C914-7EC5-DB2A-6909-B46FE3D663AF}" dt="2026-03-16T01:15:14.617" v="66" actId="1076"/>
        <pc:sldMkLst>
          <pc:docMk/>
          <pc:sldMk cId="0" sldId="274"/>
        </pc:sldMkLst>
        <pc:spChg chg="mod">
          <ac:chgData name="Mingjie Qiu" userId="S::mingjie.qiu@sofia.edu::8644de6c-8740-44ff-b1a8-be658cc3d582" providerId="AD" clId="Web-{DAA6C914-7EC5-DB2A-6909-B46FE3D663AF}" dt="2026-03-16T01:14:00.613" v="44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Mingjie Qiu" userId="S::mingjie.qiu@sofia.edu::8644de6c-8740-44ff-b1a8-be658cc3d582" providerId="AD" clId="Web-{DAA6C914-7EC5-DB2A-6909-B46FE3D663AF}" dt="2026-03-16T01:15:14.617" v="66" actId="1076"/>
          <ac:spMkLst>
            <pc:docMk/>
            <pc:sldMk cId="0" sldId="274"/>
            <ac:spMk id="3" creationId="{00000000-0000-0000-0000-000000000000}"/>
          </ac:spMkLst>
        </pc:spChg>
      </pc:sldChg>
      <pc:sldChg chg="modSp">
        <pc:chgData name="Mingjie Qiu" userId="S::mingjie.qiu@sofia.edu::8644de6c-8740-44ff-b1a8-be658cc3d582" providerId="AD" clId="Web-{DAA6C914-7EC5-DB2A-6909-B46FE3D663AF}" dt="2026-03-16T02:11:09.444" v="80" actId="20577"/>
        <pc:sldMkLst>
          <pc:docMk/>
          <pc:sldMk cId="0" sldId="276"/>
        </pc:sldMkLst>
        <pc:spChg chg="mod">
          <ac:chgData name="Mingjie Qiu" userId="S::mingjie.qiu@sofia.edu::8644de6c-8740-44ff-b1a8-be658cc3d582" providerId="AD" clId="Web-{DAA6C914-7EC5-DB2A-6909-B46FE3D663AF}" dt="2026-03-16T02:11:09.444" v="80" actId="20577"/>
          <ac:spMkLst>
            <pc:docMk/>
            <pc:sldMk cId="0" sldId="276"/>
            <ac:spMk id="9" creationId="{9E625B71-F5BF-6D9B-8B96-97E8F636B9F1}"/>
          </ac:spMkLst>
        </pc:spChg>
      </pc:sldChg>
      <pc:sldChg chg="modSp">
        <pc:chgData name="Mingjie Qiu" userId="S::mingjie.qiu@sofia.edu::8644de6c-8740-44ff-b1a8-be658cc3d582" providerId="AD" clId="Web-{DAA6C914-7EC5-DB2A-6909-B46FE3D663AF}" dt="2026-03-16T01:12:41.967" v="19" actId="20577"/>
        <pc:sldMkLst>
          <pc:docMk/>
          <pc:sldMk cId="3529237486" sldId="285"/>
        </pc:sldMkLst>
        <pc:spChg chg="mod">
          <ac:chgData name="Mingjie Qiu" userId="S::mingjie.qiu@sofia.edu::8644de6c-8740-44ff-b1a8-be658cc3d582" providerId="AD" clId="Web-{DAA6C914-7EC5-DB2A-6909-B46FE3D663AF}" dt="2026-03-16T01:12:41.967" v="19" actId="20577"/>
          <ac:spMkLst>
            <pc:docMk/>
            <pc:sldMk cId="3529237486" sldId="285"/>
            <ac:spMk id="3" creationId="{62C36433-F13C-3AFB-7D05-96BDFE404373}"/>
          </ac:spMkLst>
        </pc:spChg>
      </pc:sldChg>
      <pc:sldChg chg="modSp">
        <pc:chgData name="Mingjie Qiu" userId="S::mingjie.qiu@sofia.edu::8644de6c-8740-44ff-b1a8-be658cc3d582" providerId="AD" clId="Web-{DAA6C914-7EC5-DB2A-6909-B46FE3D663AF}" dt="2026-03-16T01:16:13.791" v="77"/>
        <pc:sldMkLst>
          <pc:docMk/>
          <pc:sldMk cId="825426763" sldId="287"/>
        </pc:sldMkLst>
        <pc:graphicFrameChg chg="mod modGraphic">
          <ac:chgData name="Mingjie Qiu" userId="S::mingjie.qiu@sofia.edu::8644de6c-8740-44ff-b1a8-be658cc3d582" providerId="AD" clId="Web-{DAA6C914-7EC5-DB2A-6909-B46FE3D663AF}" dt="2026-03-16T01:16:13.791" v="77"/>
          <ac:graphicFrameMkLst>
            <pc:docMk/>
            <pc:sldMk cId="825426763" sldId="287"/>
            <ac:graphicFrameMk id="9" creationId="{7982EC10-C6C0-130A-7511-C6FC094C98AA}"/>
          </ac:graphicFrameMkLst>
        </pc:graphicFrameChg>
      </pc:sldChg>
      <pc:sldChg chg="modSp add replId">
        <pc:chgData name="Mingjie Qiu" userId="S::mingjie.qiu@sofia.edu::8644de6c-8740-44ff-b1a8-be658cc3d582" providerId="AD" clId="Web-{DAA6C914-7EC5-DB2A-6909-B46FE3D663AF}" dt="2026-03-16T01:13:32.564" v="27" actId="20577"/>
        <pc:sldMkLst>
          <pc:docMk/>
          <pc:sldMk cId="4293964732" sldId="289"/>
        </pc:sldMkLst>
        <pc:spChg chg="mod">
          <ac:chgData name="Mingjie Qiu" userId="S::mingjie.qiu@sofia.edu::8644de6c-8740-44ff-b1a8-be658cc3d582" providerId="AD" clId="Web-{DAA6C914-7EC5-DB2A-6909-B46FE3D663AF}" dt="2026-03-16T01:13:32.564" v="27" actId="20577"/>
          <ac:spMkLst>
            <pc:docMk/>
            <pc:sldMk cId="4293964732" sldId="289"/>
            <ac:spMk id="3" creationId="{B0C8A10B-9BAC-DC9D-423C-D121F8E08EE6}"/>
          </ac:spMkLst>
        </pc:spChg>
      </pc:sldChg>
      <pc:sldChg chg="modSp add replId">
        <pc:chgData name="Mingjie Qiu" userId="S::mingjie.qiu@sofia.edu::8644de6c-8740-44ff-b1a8-be658cc3d582" providerId="AD" clId="Web-{DAA6C914-7EC5-DB2A-6909-B46FE3D663AF}" dt="2026-03-16T01:15:24.930" v="69" actId="1076"/>
        <pc:sldMkLst>
          <pc:docMk/>
          <pc:sldMk cId="3277342440" sldId="290"/>
        </pc:sldMkLst>
        <pc:spChg chg="mod">
          <ac:chgData name="Mingjie Qiu" userId="S::mingjie.qiu@sofia.edu::8644de6c-8740-44ff-b1a8-be658cc3d582" providerId="AD" clId="Web-{DAA6C914-7EC5-DB2A-6909-B46FE3D663AF}" dt="2026-03-16T01:15:24.930" v="69" actId="1076"/>
          <ac:spMkLst>
            <pc:docMk/>
            <pc:sldMk cId="3277342440" sldId="290"/>
            <ac:spMk id="2" creationId="{FA8CBF56-94D1-88B3-AE7C-96C3BE8BB8D7}"/>
          </ac:spMkLst>
        </pc:spChg>
        <pc:spChg chg="mod">
          <ac:chgData name="Mingjie Qiu" userId="S::mingjie.qiu@sofia.edu::8644de6c-8740-44ff-b1a8-be658cc3d582" providerId="AD" clId="Web-{DAA6C914-7EC5-DB2A-6909-B46FE3D663AF}" dt="2026-03-16T01:15:19.070" v="68" actId="20577"/>
          <ac:spMkLst>
            <pc:docMk/>
            <pc:sldMk cId="3277342440" sldId="290"/>
            <ac:spMk id="3" creationId="{BF6AAFE3-2CA0-ACB2-F50D-16139E0715B4}"/>
          </ac:spMkLst>
        </pc:spChg>
      </pc:sldChg>
    </pc:docChg>
  </pc:docChgLst>
  <pc:docChgLst>
    <pc:chgData name="Mingjie Qiu" userId="S::mingjie.qiu@sofia.edu::8644de6c-8740-44ff-b1a8-be658cc3d582" providerId="AD" clId="Web-{123BACB0-C86D-AA95-E991-4E2F89D07520}"/>
    <pc:docChg chg="mod addSld delSld modSld addMainMaster delMainMaster modMainMaster">
      <pc:chgData name="Mingjie Qiu" userId="S::mingjie.qiu@sofia.edu::8644de6c-8740-44ff-b1a8-be658cc3d582" providerId="AD" clId="Web-{123BACB0-C86D-AA95-E991-4E2F89D07520}" dt="2026-03-14T23:47:46.230" v="91" actId="20577"/>
      <pc:docMkLst>
        <pc:docMk/>
      </pc:docMkLst>
      <pc:sldChg chg="addSp modSp mod modClrScheme chgLayout">
        <pc:chgData name="Mingjie Qiu" userId="S::mingjie.qiu@sofia.edu::8644de6c-8740-44ff-b1a8-be658cc3d582" providerId="AD" clId="Web-{123BACB0-C86D-AA95-E991-4E2F89D07520}" dt="2026-03-14T23:47:46.230" v="91" actId="20577"/>
        <pc:sldMkLst>
          <pc:docMk/>
          <pc:sldMk cId="0" sldId="257"/>
        </pc:sldMkLst>
        <pc:spChg chg="mod ord">
          <ac:chgData name="Mingjie Qiu" userId="S::mingjie.qiu@sofia.edu::8644de6c-8740-44ff-b1a8-be658cc3d582" providerId="AD" clId="Web-{123BACB0-C86D-AA95-E991-4E2F89D07520}" dt="2026-03-14T23:36:24.854" v="44" actId="20577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47:46.230" v="91" actId="20577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57"/>
            <ac:spMk id="4" creationId="{31CC79D5-A573-D5AA-FA90-815D7B28F753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57"/>
            <ac:spMk id="5" creationId="{703C1909-7DE3-2288-F14D-7322ADF7C9E8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58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58"/>
            <ac:spMk id="4" creationId="{EB4C582D-372C-9DFF-2237-5E0090F4AD1F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58"/>
            <ac:spMk id="5" creationId="{DF6EAFCE-6CDC-B899-7332-4103D42FBC1D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59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59"/>
            <ac:spMk id="4" creationId="{EAEF7027-9CBB-8919-5F3C-55821B2382FD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59"/>
            <ac:spMk id="5" creationId="{6589BE51-63DC-A881-479C-A91C5A7C7B46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60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0"/>
            <ac:spMk id="4" creationId="{B0D2AFDB-E450-20C7-2183-970D209986AD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0"/>
            <ac:spMk id="5" creationId="{91BC36EA-A2AC-BB87-D74A-23E853998FB4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61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1"/>
            <ac:spMk id="4" creationId="{B4CA0CC7-006E-4DE2-2AD7-BF979B25C501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1"/>
            <ac:spMk id="5" creationId="{6F908072-4B4E-F2C8-E920-FC7C0DF61BA2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62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2"/>
            <ac:spMk id="4" creationId="{93FF2327-7CD1-2CF4-5CC1-DC4D3C6AEF7E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2"/>
            <ac:spMk id="5" creationId="{A30CC094-CA88-7449-4214-6CB747F25C2B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64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4"/>
            <ac:spMk id="4" creationId="{806F1DDA-0DB1-1B5B-D4B4-27D68BF567C6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4"/>
            <ac:spMk id="5" creationId="{3C9760E6-A8A3-4FC9-EED6-D2631C378966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65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5"/>
            <ac:spMk id="4" creationId="{C88B5172-FFA7-2EEC-70BB-C2B6B4549A53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5"/>
            <ac:spMk id="5" creationId="{E3F7D766-E96B-A926-4426-E1E32A89FD28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66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6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6"/>
            <ac:spMk id="4" creationId="{0C2A3FEC-F1D9-04CD-177E-5E2C2B71EFC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6"/>
            <ac:spMk id="5" creationId="{B4D72622-AD00-FB89-C37C-47C418709A45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68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8"/>
            <ac:spMk id="4" creationId="{8B8DB2F5-76A4-024D-9F2C-F082AD1E206B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8"/>
            <ac:spMk id="5" creationId="{D875D380-2527-3E53-61AE-59F32FC0C154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69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9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9"/>
            <ac:spMk id="4" creationId="{F02027C3-AE53-DA30-9E8E-AD7AC5329D8D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69"/>
            <ac:spMk id="5" creationId="{5DB2CEDC-D451-2F66-103B-1183D9E54B21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70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70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70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70"/>
            <ac:spMk id="4" creationId="{AAC51C7A-083D-BEDF-ABDA-651F857E35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70"/>
            <ac:spMk id="5" creationId="{FC53F526-0584-7D90-FCBA-F3B362E654D0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71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71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71"/>
            <ac:spMk id="4" creationId="{566FBB01-FFBF-6F75-1230-DDA68C4920B5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71"/>
            <ac:spMk id="5" creationId="{58C6B5BC-7863-F904-983E-5C05BE0EBBCA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74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74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74"/>
            <ac:spMk id="4" creationId="{77B8CF0D-A2A1-D4F1-28DD-08D88AA21C7C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74"/>
            <ac:spMk id="5" creationId="{F8A4315C-7C6F-595C-3F44-F08ABCB423AF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76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76"/>
            <ac:spMk id="2" creationId="{00000000-0000-0000-0000-000000000000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0" sldId="276"/>
            <ac:spMk id="3" creationId="{00000000-0000-0000-0000-000000000000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76"/>
            <ac:spMk id="4" creationId="{7F46AE3D-3EFF-77B9-E5B1-D44C19AD8D7B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76"/>
            <ac:spMk id="5" creationId="{953F91F3-6F07-45DA-F3B0-E2395AB09D24}"/>
          </ac:spMkLst>
        </pc:spChg>
      </pc:sldChg>
      <pc:sldChg chg="addSp modSp mod modClrScheme chgLayout">
        <pc:chgData name="Mingjie Qiu" userId="S::mingjie.qiu@sofia.edu::8644de6c-8740-44ff-b1a8-be658cc3d582" providerId="AD" clId="Web-{123BACB0-C86D-AA95-E991-4E2F89D07520}" dt="2026-03-14T23:37:42.966" v="46"/>
        <pc:sldMkLst>
          <pc:docMk/>
          <pc:sldMk cId="0" sldId="278"/>
        </pc:sldMkLst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78"/>
            <ac:spMk id="4" creationId="{C67A3E19-8EF7-28A7-98DF-2B71A5714C75}"/>
          </ac:spMkLst>
        </pc:spChg>
        <pc:spChg chg="add 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k cId="0" sldId="278"/>
            <ac:spMk id="5" creationId="{139135D2-F933-19A0-9962-0319C617672C}"/>
          </ac:spMkLst>
        </pc:spChg>
      </pc:sldChg>
      <pc:sldChg chg="modSp add mod modClrScheme chgLayout">
        <pc:chgData name="Mingjie Qiu" userId="S::mingjie.qiu@sofia.edu::8644de6c-8740-44ff-b1a8-be658cc3d582" providerId="AD" clId="Web-{123BACB0-C86D-AA95-E991-4E2F89D07520}" dt="2026-03-14T23:37:38.294" v="45"/>
        <pc:sldMkLst>
          <pc:docMk/>
          <pc:sldMk cId="1146614493" sldId="279"/>
        </pc:sldMkLst>
        <pc:spChg chg="mod ord">
          <ac:chgData name="Mingjie Qiu" userId="S::mingjie.qiu@sofia.edu::8644de6c-8740-44ff-b1a8-be658cc3d582" providerId="AD" clId="Web-{123BACB0-C86D-AA95-E991-4E2F89D07520}" dt="2026-03-14T23:35:18.400" v="43"/>
          <ac:spMkLst>
            <pc:docMk/>
            <pc:sldMk cId="1146614493" sldId="279"/>
            <ac:spMk id="2" creationId="{C1601308-5BE8-6D2E-DD07-231BD3407933}"/>
          </ac:spMkLst>
        </pc:spChg>
        <pc:spChg chg="mod">
          <ac:chgData name="Mingjie Qiu" userId="S::mingjie.qiu@sofia.edu::8644de6c-8740-44ff-b1a8-be658cc3d582" providerId="AD" clId="Web-{123BACB0-C86D-AA95-E991-4E2F89D07520}" dt="2026-03-14T23:33:54.461" v="39" actId="20577"/>
          <ac:spMkLst>
            <pc:docMk/>
            <pc:sldMk cId="1146614493" sldId="279"/>
            <ac:spMk id="3" creationId="{C063D1FB-6B44-E00B-CD30-56831916CD70}"/>
          </ac:spMkLst>
        </pc:spChg>
        <pc:spChg chg="mod">
          <ac:chgData name="Mingjie Qiu" userId="S::mingjie.qiu@sofia.edu::8644de6c-8740-44ff-b1a8-be658cc3d582" providerId="AD" clId="Web-{123BACB0-C86D-AA95-E991-4E2F89D07520}" dt="2026-03-14T23:33:42.742" v="35" actId="1076"/>
          <ac:spMkLst>
            <pc:docMk/>
            <pc:sldMk cId="1146614493" sldId="279"/>
            <ac:spMk id="5" creationId="{BAA13DB2-FB3B-13BA-792C-92727E8F3001}"/>
          </ac:spMkLst>
        </pc:spChg>
        <pc:spChg chg="mod ord">
          <ac:chgData name="Mingjie Qiu" userId="S::mingjie.qiu@sofia.edu::8644de6c-8740-44ff-b1a8-be658cc3d582" providerId="AD" clId="Web-{123BACB0-C86D-AA95-E991-4E2F89D07520}" dt="2026-03-14T23:37:38.294" v="45"/>
          <ac:spMkLst>
            <pc:docMk/>
            <pc:sldMk cId="1146614493" sldId="279"/>
            <ac:spMk id="6" creationId="{38ADCDAB-8953-216C-354A-5D25EAD11717}"/>
          </ac:spMkLst>
        </pc:spChg>
      </pc:sldChg>
      <pc:sldMasterChg chg="modSp add mod addSldLayout modSldLayout">
        <pc:chgData name="Mingjie Qiu" userId="S::mingjie.qiu@sofia.edu::8644de6c-8740-44ff-b1a8-be658cc3d582" providerId="AD" clId="Web-{123BACB0-C86D-AA95-E991-4E2F89D07520}" dt="2026-03-14T23:38:11.841" v="52"/>
        <pc:sldMasterMkLst>
          <pc:docMk/>
          <pc:sldMasterMk cId="3716648488" sldId="2147483684"/>
        </pc:sldMasterMkLst>
        <pc:spChg chg="mod">
          <ac:chgData name="Mingjie Qiu" userId="S::mingjie.qiu@sofia.edu::8644de6c-8740-44ff-b1a8-be658cc3d582" providerId="AD" clId="Web-{123BACB0-C86D-AA95-E991-4E2F89D07520}" dt="2026-03-14T23:37:42.966" v="46"/>
          <ac:spMkLst>
            <pc:docMk/>
            <pc:sldMasterMk cId="3716648488" sldId="2147483684"/>
            <ac:spMk id="5" creationId="{9A4663BC-4D46-C74D-DDF2-9D25B4D96F9B}"/>
          </ac:spMkLst>
        </pc:sp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2793553514" sldId="2147483685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2793553514" sldId="2147483685"/>
              <ac:spMk id="5" creationId="{AB239BBC-C979-2C77-493E-CF5498AEB5DB}"/>
            </ac:spMkLst>
          </pc:spChg>
        </pc:sldLayout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3128745094" sldId="2147483686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3128745094" sldId="2147483686"/>
              <ac:spMk id="5" creationId="{E5FAB243-BB42-966A-4708-15C9B11D6885}"/>
            </ac:spMkLst>
          </pc:spChg>
        </pc:sldLayout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3238647791" sldId="2147483687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3238647791" sldId="2147483687"/>
              <ac:spMk id="5" creationId="{59A222B6-F7A8-70A5-B023-FCAD5D7C4BB1}"/>
            </ac:spMkLst>
          </pc:spChg>
        </pc:sldLayout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1241555557" sldId="2147483688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1241555557" sldId="2147483688"/>
              <ac:spMk id="6" creationId="{8B05C503-B649-B083-6341-F6E376AF8C72}"/>
            </ac:spMkLst>
          </pc:spChg>
        </pc:sldLayout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1080210629" sldId="2147483689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1080210629" sldId="2147483689"/>
              <ac:spMk id="8" creationId="{6FCAA828-0166-8ECD-BCE8-654BEFDD7155}"/>
            </ac:spMkLst>
          </pc:spChg>
        </pc:sldLayout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1332205530" sldId="2147483690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1332205530" sldId="2147483690"/>
              <ac:spMk id="4" creationId="{F6EA1961-0B6B-8FEB-F2CB-C42E90EF2DFD}"/>
            </ac:spMkLst>
          </pc:spChg>
        </pc:sldLayout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1810815398" sldId="2147483691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1810815398" sldId="2147483691"/>
              <ac:spMk id="3" creationId="{8B780399-ADEF-8F74-9F59-6AD804C9393E}"/>
            </ac:spMkLst>
          </pc:spChg>
        </pc:sldLayout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3946030993" sldId="2147483692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3946030993" sldId="2147483692"/>
              <ac:spMk id="6" creationId="{38EA3FFC-B3A6-C0B6-5DAE-70BE0D6FBD69}"/>
            </ac:spMkLst>
          </pc:spChg>
        </pc:sldLayout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3380403324" sldId="2147483693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3380403324" sldId="2147483693"/>
              <ac:spMk id="6" creationId="{A2417744-5A24-B7B7-5FD6-E98E60832F27}"/>
            </ac:spMkLst>
          </pc:spChg>
        </pc:sldLayout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1069628772" sldId="2147483694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1069628772" sldId="2147483694"/>
              <ac:spMk id="5" creationId="{F10BFB69-319D-2284-2734-217160D396D7}"/>
            </ac:spMkLst>
          </pc:spChg>
        </pc:sldLayoutChg>
        <pc:sldLayoutChg chg="modSp add mod replId">
          <pc:chgData name="Mingjie Qiu" userId="S::mingjie.qiu@sofia.edu::8644de6c-8740-44ff-b1a8-be658cc3d582" providerId="AD" clId="Web-{123BACB0-C86D-AA95-E991-4E2F89D07520}" dt="2026-03-14T23:38:11.841" v="52"/>
          <pc:sldLayoutMkLst>
            <pc:docMk/>
            <pc:sldMasterMk cId="3716648488" sldId="2147483684"/>
            <pc:sldLayoutMk cId="108664619" sldId="2147483695"/>
          </pc:sldLayoutMkLst>
          <pc:spChg chg="mod">
            <ac:chgData name="Mingjie Qiu" userId="S::mingjie.qiu@sofia.edu::8644de6c-8740-44ff-b1a8-be658cc3d582" providerId="AD" clId="Web-{123BACB0-C86D-AA95-E991-4E2F89D07520}" dt="2026-03-14T23:37:42.966" v="46"/>
            <ac:spMkLst>
              <pc:docMk/>
              <pc:sldMasterMk cId="3716648488" sldId="2147483684"/>
              <pc:sldLayoutMk cId="108664619" sldId="2147483695"/>
              <ac:spMk id="5" creationId="{329F1754-5B8F-A9FA-E8B1-06E04CE283D5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20939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346774"/>
            <a:ext cx="6858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2133" cap="all" spc="400" baseline="0"/>
            </a:lvl1pPr>
            <a:lvl2pPr marL="609585" indent="0" algn="ctr">
              <a:buNone/>
              <a:defRPr sz="2133"/>
            </a:lvl2pPr>
            <a:lvl3pPr marL="1219170" indent="0" algn="ctr">
              <a:buNone/>
              <a:defRPr sz="2133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535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45094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77" y="1514689"/>
            <a:ext cx="6438123" cy="3138875"/>
          </a:xfrm>
        </p:spPr>
        <p:txBody>
          <a:bodyPr anchor="b">
            <a:normAutofit/>
          </a:bodyPr>
          <a:lstStyle>
            <a:lvl1pPr>
              <a:defRPr sz="4800" cap="all" spc="4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5677" y="4963886"/>
            <a:ext cx="6438124" cy="1125765"/>
          </a:xfrm>
        </p:spPr>
        <p:txBody>
          <a:bodyPr>
            <a:normAutofit/>
          </a:bodyPr>
          <a:lstStyle>
            <a:lvl1pPr marL="0" indent="0">
              <a:buNone/>
              <a:defRPr sz="2133" cap="all" spc="400" baseline="0">
                <a:solidFill>
                  <a:schemeClr val="tx2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4779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368" y="2159176"/>
            <a:ext cx="3733090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6293" y="2159176"/>
            <a:ext cx="3739339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55557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12" y="602671"/>
            <a:ext cx="7821977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012" y="1696325"/>
            <a:ext cx="3722654" cy="647700"/>
          </a:xfrm>
        </p:spPr>
        <p:txBody>
          <a:bodyPr anchor="b">
            <a:noAutofit/>
          </a:bodyPr>
          <a:lstStyle>
            <a:lvl1pPr marL="0" indent="0">
              <a:buNone/>
              <a:defRPr sz="1867" b="1" cap="all" spc="400" baseline="0"/>
            </a:lvl1pPr>
            <a:lvl2pPr marL="609585" indent="0">
              <a:buNone/>
              <a:defRPr sz="1867" b="1"/>
            </a:lvl2pPr>
            <a:lvl3pPr marL="1219170" indent="0">
              <a:buNone/>
              <a:defRPr sz="1867" b="1"/>
            </a:lvl3pPr>
            <a:lvl4pPr marL="1828754" indent="0">
              <a:buNone/>
              <a:defRPr sz="1867" b="1"/>
            </a:lvl4pPr>
            <a:lvl5pPr marL="2438339" indent="0">
              <a:buNone/>
              <a:defRPr sz="1867" b="1"/>
            </a:lvl5pPr>
            <a:lvl6pPr marL="3047924" indent="0">
              <a:buNone/>
              <a:defRPr sz="1867" b="1"/>
            </a:lvl6pPr>
            <a:lvl7pPr marL="3657509" indent="0">
              <a:buNone/>
              <a:defRPr sz="1867" b="1"/>
            </a:lvl7pPr>
            <a:lvl8pPr marL="4267093" indent="0">
              <a:buNone/>
              <a:defRPr sz="1867" b="1"/>
            </a:lvl8pPr>
            <a:lvl9pPr marL="4876678" indent="0">
              <a:buNone/>
              <a:defRPr sz="1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012" y="2344025"/>
            <a:ext cx="3722654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42002" y="1696325"/>
            <a:ext cx="3740987" cy="647700"/>
          </a:xfrm>
        </p:spPr>
        <p:txBody>
          <a:bodyPr anchor="b">
            <a:noAutofit/>
          </a:bodyPr>
          <a:lstStyle>
            <a:lvl1pPr marL="0" indent="0">
              <a:buNone/>
              <a:defRPr sz="1867" b="1" cap="all" spc="400" baseline="0"/>
            </a:lvl1pPr>
            <a:lvl2pPr marL="609585" indent="0">
              <a:buNone/>
              <a:defRPr sz="1867" b="1"/>
            </a:lvl2pPr>
            <a:lvl3pPr marL="1219170" indent="0">
              <a:buNone/>
              <a:defRPr sz="1867" b="1"/>
            </a:lvl3pPr>
            <a:lvl4pPr marL="1828754" indent="0">
              <a:buNone/>
              <a:defRPr sz="1867" b="1"/>
            </a:lvl4pPr>
            <a:lvl5pPr marL="2438339" indent="0">
              <a:buNone/>
              <a:defRPr sz="1867" b="1"/>
            </a:lvl5pPr>
            <a:lvl6pPr marL="3047924" indent="0">
              <a:buNone/>
              <a:defRPr sz="1867" b="1"/>
            </a:lvl6pPr>
            <a:lvl7pPr marL="3657509" indent="0">
              <a:buNone/>
              <a:defRPr sz="1867" b="1"/>
            </a:lvl7pPr>
            <a:lvl8pPr marL="4267093" indent="0">
              <a:buNone/>
              <a:defRPr sz="1867" b="1"/>
            </a:lvl8pPr>
            <a:lvl9pPr marL="4876678" indent="0">
              <a:buNone/>
              <a:defRPr sz="1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42002" y="2344025"/>
            <a:ext cx="3740987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1062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0553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15398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807868"/>
            <a:ext cx="2730535" cy="2062594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4674" y="807868"/>
            <a:ext cx="4441867" cy="505318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3000652"/>
            <a:ext cx="2730535" cy="2868336"/>
          </a:xfrm>
        </p:spPr>
        <p:txBody>
          <a:bodyPr anchor="b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3099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820882"/>
            <a:ext cx="2729484" cy="2062595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935557" y="919595"/>
            <a:ext cx="4580984" cy="501361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3000652"/>
            <a:ext cx="2732917" cy="2868336"/>
          </a:xfrm>
        </p:spPr>
        <p:txBody>
          <a:bodyPr anchor="b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0332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2877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592282"/>
            <a:ext cx="1971675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592282"/>
            <a:ext cx="5800725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4619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1"/>
            <a:ext cx="9144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31" y="588245"/>
            <a:ext cx="7837338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368" y="2157985"/>
            <a:ext cx="7831836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8368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 cap="all" spc="4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240" y="6356351"/>
            <a:ext cx="32232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 cap="all" spc="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Sentiment Analysis Model Comparison​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2500" y="6356351"/>
            <a:ext cx="3909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3816" userDrawn="1">
          <p15:clr>
            <a:srgbClr val="F26B43"/>
          </p15:clr>
        </p15:guide>
        <p15:guide id="6" orient="horz" pos="1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stanfordnlp/imdb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950YBzicO4s?si=So5sssbWebnT5ggz" TargetMode="External"/><Relationship Id="rId2" Type="http://schemas.openxmlformats.org/officeDocument/2006/relationships/hyperlink" Target="https://github.com/MingjieQiu/MRP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063D1FB-6B44-E00B-CD30-56831916CD70}"/>
              </a:ext>
            </a:extLst>
          </p:cNvPr>
          <p:cNvSpPr txBox="1">
            <a:spLocks/>
          </p:cNvSpPr>
          <p:nvPr/>
        </p:nvSpPr>
        <p:spPr>
          <a:xfrm>
            <a:off x="549452" y="977820"/>
            <a:ext cx="8043717" cy="147002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ea typeface="+mj-lt"/>
                <a:cs typeface="+mj-lt"/>
              </a:rPr>
              <a:t>MRP: Mini Research Problem</a:t>
            </a:r>
          </a:p>
          <a:p>
            <a:pPr algn="ctr"/>
            <a:r>
              <a:rPr lang="en-US" sz="3200" dirty="0">
                <a:ea typeface="+mj-lt"/>
                <a:cs typeface="+mj-lt"/>
              </a:rPr>
              <a:t>Sentiment Analysis Model Comparison</a:t>
            </a: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BAA13DB2-FB3B-13BA-792C-92727E8F3001}"/>
              </a:ext>
            </a:extLst>
          </p:cNvPr>
          <p:cNvSpPr txBox="1">
            <a:spLocks/>
          </p:cNvSpPr>
          <p:nvPr/>
        </p:nvSpPr>
        <p:spPr>
          <a:xfrm>
            <a:off x="1819761" y="3112496"/>
            <a:ext cx="6773420" cy="24507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 Nova"/>
              </a:rPr>
              <a:t>Name:</a:t>
            </a:r>
            <a:r>
              <a:rPr lang="en-US" sz="1800" dirty="0">
                <a:solidFill>
                  <a:schemeClr val="tx1"/>
                </a:solidFill>
                <a:latin typeface="Arial Nova"/>
              </a:rPr>
              <a:t>          </a:t>
            </a:r>
            <a:r>
              <a:rPr lang="en-US" sz="1800" dirty="0" err="1">
                <a:solidFill>
                  <a:schemeClr val="tx1"/>
                </a:solidFill>
                <a:latin typeface="Arial Nova"/>
              </a:rPr>
              <a:t>Mingjie</a:t>
            </a:r>
            <a:r>
              <a:rPr lang="en-US" sz="1800" dirty="0">
                <a:solidFill>
                  <a:schemeClr val="tx1"/>
                </a:solidFill>
                <a:latin typeface="Arial Nova"/>
              </a:rPr>
              <a:t> Qiu</a:t>
            </a:r>
            <a:endParaRPr lang="en-US" sz="1800" dirty="0">
              <a:solidFill>
                <a:schemeClr val="tx1"/>
              </a:solidFill>
              <a:latin typeface="Arial Nova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>
                <a:solidFill>
                  <a:schemeClr val="tx1"/>
                </a:solidFill>
                <a:latin typeface="Arial Nova"/>
                <a:ea typeface="Calibri"/>
                <a:cs typeface="Calibri"/>
              </a:rPr>
              <a:t>ID</a:t>
            </a:r>
            <a:r>
              <a:rPr lang="en-US" sz="1800">
                <a:solidFill>
                  <a:schemeClr val="tx1"/>
                </a:solidFill>
                <a:latin typeface="Arial Nova"/>
                <a:ea typeface="Calibri"/>
                <a:cs typeface="Calibri"/>
              </a:rPr>
              <a:t>:          313481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 Nova"/>
              </a:rPr>
              <a:t>Professor:</a:t>
            </a:r>
            <a:r>
              <a:rPr lang="en-US" sz="1800" dirty="0">
                <a:solidFill>
                  <a:schemeClr val="tx1"/>
                </a:solidFill>
                <a:latin typeface="Arial Nova"/>
                <a:ea typeface="+mn-lt"/>
                <a:cs typeface="+mn-lt"/>
              </a:rPr>
              <a:t>       Dr. Aleksandr </a:t>
            </a:r>
            <a:r>
              <a:rPr lang="en-US" sz="1800" dirty="0" err="1">
                <a:solidFill>
                  <a:schemeClr val="tx1"/>
                </a:solidFill>
                <a:latin typeface="Arial Nova"/>
                <a:ea typeface="+mn-lt"/>
                <a:cs typeface="+mn-lt"/>
              </a:rPr>
              <a:t>Petiushko</a:t>
            </a:r>
            <a:endParaRPr lang="en-US" sz="1800" dirty="0" err="1">
              <a:solidFill>
                <a:schemeClr val="tx1"/>
              </a:solidFill>
              <a:latin typeface="Arial Nova"/>
            </a:endParaRPr>
          </a:p>
          <a:p>
            <a:pPr marL="0" indent="0">
              <a:buNone/>
            </a:pPr>
            <a:r>
              <a:rPr lang="en-US" sz="1800" b="1">
                <a:solidFill>
                  <a:schemeClr val="tx1"/>
                </a:solidFill>
                <a:latin typeface="Arial Nova"/>
              </a:rPr>
              <a:t>Course:</a:t>
            </a:r>
            <a:r>
              <a:rPr lang="en-US" sz="1800">
                <a:solidFill>
                  <a:schemeClr val="tx1"/>
                </a:solidFill>
                <a:latin typeface="Arial Nova"/>
                <a:ea typeface="+mn-lt"/>
                <a:cs typeface="+mn-lt"/>
              </a:rPr>
              <a:t>        MSCS2201-2: Artificial Intelligence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tx1"/>
                </a:solidFill>
                <a:latin typeface="Arial Nova"/>
              </a:rPr>
              <a:t>Term:</a:t>
            </a:r>
            <a:r>
              <a:rPr lang="en-US" sz="1800">
                <a:solidFill>
                  <a:schemeClr val="tx1"/>
                </a:solidFill>
                <a:latin typeface="Arial Nova"/>
              </a:rPr>
              <a:t>           Winter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DCDAB-8953-216C-354A-5D25EAD1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601308-5BE8-6D2E-DD07-231BD340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1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331" y="-277169"/>
            <a:ext cx="7837338" cy="1265928"/>
          </a:xfrm>
        </p:spPr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925" y="993214"/>
            <a:ext cx="7848164" cy="526997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/>
              <a:t>Motivation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Sentiment analysis is a fundamental task in </a:t>
            </a:r>
            <a:r>
              <a:rPr lang="en-US" b="1" dirty="0">
                <a:ea typeface="+mn-lt"/>
                <a:cs typeface="+mn-lt"/>
              </a:rPr>
              <a:t>Natural Language Processing (NLP)</a:t>
            </a:r>
            <a:r>
              <a:rPr lang="en-US" dirty="0">
                <a:ea typeface="+mn-lt"/>
                <a:cs typeface="+mn-lt"/>
              </a:rPr>
              <a:t> used to automatically determine whether text expresses </a:t>
            </a:r>
            <a:r>
              <a:rPr lang="en-US" b="1" dirty="0">
                <a:ea typeface="+mn-lt"/>
                <a:cs typeface="+mn-lt"/>
              </a:rPr>
              <a:t>positive or negative opinions</a:t>
            </a:r>
            <a:r>
              <a:rPr lang="en-US" dirty="0">
                <a:ea typeface="+mn-lt"/>
                <a:cs typeface="+mn-lt"/>
              </a:rPr>
              <a:t>. It has many real-world applications such as: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analyzing customer feedback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monitoring social media sentiment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understanding public opinion on products and services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However, different neural network architectures handle language differently, and their performance can vary significantly.</a:t>
            </a:r>
            <a:endParaRPr lang="en-US"/>
          </a:p>
          <a:p>
            <a:r>
              <a:rPr lang="en-US" b="1"/>
              <a:t>Main Idea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This project compares </a:t>
            </a:r>
            <a:r>
              <a:rPr lang="en-US" b="1">
                <a:ea typeface="+mn-lt"/>
                <a:cs typeface="+mn-lt"/>
              </a:rPr>
              <a:t>three deep learning architectures</a:t>
            </a:r>
            <a:r>
              <a:rPr lang="en-US">
                <a:ea typeface="+mn-lt"/>
                <a:cs typeface="+mn-lt"/>
              </a:rPr>
              <a:t> for sentiment classification on movie reviews: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b="1">
                <a:ea typeface="+mn-lt"/>
                <a:cs typeface="+mn-lt"/>
              </a:rPr>
              <a:t>GRU (Gated Recurrent Unit)</a:t>
            </a:r>
            <a:r>
              <a:rPr lang="en-US">
                <a:ea typeface="+mn-lt"/>
                <a:cs typeface="+mn-lt"/>
              </a:rPr>
              <a:t> – an efficient recurrent neural network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b="1" dirty="0" err="1">
                <a:ea typeface="+mn-lt"/>
                <a:cs typeface="+mn-lt"/>
              </a:rPr>
              <a:t>BiLSTM</a:t>
            </a:r>
            <a:r>
              <a:rPr lang="en-US" b="1" dirty="0">
                <a:ea typeface="+mn-lt"/>
                <a:cs typeface="+mn-lt"/>
              </a:rPr>
              <a:t> (Bidirectional Long Short-Term Memory)</a:t>
            </a:r>
            <a:r>
              <a:rPr lang="en-US" dirty="0">
                <a:ea typeface="+mn-lt"/>
                <a:cs typeface="+mn-lt"/>
              </a:rPr>
              <a:t> – captures context from both directions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b="1" dirty="0" err="1">
                <a:ea typeface="+mn-lt"/>
                <a:cs typeface="+mn-lt"/>
              </a:rPr>
              <a:t>DistilBERT</a:t>
            </a:r>
            <a:r>
              <a:rPr lang="en-US" dirty="0">
                <a:ea typeface="+mn-lt"/>
                <a:cs typeface="+mn-lt"/>
              </a:rPr>
              <a:t> – a transformer-based pretrained language model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All models are trained and evaluated on the </a:t>
            </a:r>
            <a:r>
              <a:rPr lang="en-US" b="1">
                <a:ea typeface="+mn-lt"/>
                <a:cs typeface="+mn-lt"/>
              </a:rPr>
              <a:t>IMDb movie review dataset</a:t>
            </a:r>
            <a:endParaRPr lang="en-US"/>
          </a:p>
          <a:p>
            <a:pPr>
              <a:buFont typeface="Arial"/>
            </a:pPr>
            <a:r>
              <a:rPr b="1" dirty="0"/>
              <a:t>Final </a:t>
            </a:r>
            <a:r>
              <a:rPr lang="en-US" b="1" dirty="0"/>
              <a:t>Result</a:t>
            </a:r>
            <a:r>
              <a:rPr b="1" dirty="0"/>
              <a:t>: 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Transformer models capture contextual meaning better than traditional RNN architectures.</a:t>
            </a:r>
            <a:r>
              <a:rPr lang="en-US">
                <a:solidFill>
                  <a:srgbClr val="000000"/>
                </a:solidFill>
              </a:rPr>
              <a:t>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dirty="0" err="1"/>
              <a:t>DistilBERT</a:t>
            </a:r>
            <a:r>
              <a:rPr dirty="0"/>
              <a:t> achieves the highest accuracy </a:t>
            </a:r>
            <a:r>
              <a:rPr lang="en-US" dirty="0"/>
              <a:t>(85.2%</a:t>
            </a:r>
            <a:r>
              <a:rPr dirty="0"/>
              <a:t>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C1909-7DE3-2288-F14D-7322ADF7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C79D5-A573-D5AA-FA90-815D7B28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Literature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EAFCE-6CDC-B899-7332-4103D42F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4C582D-372C-9DFF-2237-5E0090F4A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Sentiment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analysis is a Natural Language Processing (NLP) task that identifies emotional tone in text.</a:t>
            </a:r>
          </a:p>
          <a:p>
            <a:r>
              <a:t>It determines whether text expresses positive, negative, or neutral sentiment.</a:t>
            </a:r>
          </a:p>
          <a:p>
            <a:r>
              <a:t>Common applications include product reviews, social media monitoring, and customer feedback analysis.</a:t>
            </a:r>
          </a:p>
          <a:p>
            <a:r>
              <a:t>Companies use sentiment analysis to automatically understand public opinion.</a:t>
            </a:r>
          </a:p>
          <a:p>
            <a:r>
              <a:t>Machine learning models learn patterns in language that correlate with sentiment.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89BE51-63DC-A881-479C-A91C5A7C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F7027-9CBB-8919-5F3C-55821B23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Recurrent Neural Networks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Early deep learning approaches for Natural Language Processing relied heavily on </a:t>
            </a:r>
            <a:r>
              <a:rPr lang="en-US" b="1">
                <a:ea typeface="+mn-lt"/>
                <a:cs typeface="+mn-lt"/>
              </a:rPr>
              <a:t>Recurrent Neural Networks (RNNs)</a:t>
            </a:r>
            <a:r>
              <a:rPr lang="en-US">
                <a:ea typeface="+mn-lt"/>
                <a:cs typeface="+mn-lt"/>
              </a:rPr>
              <a:t> because they are designed to process </a:t>
            </a:r>
            <a:r>
              <a:rPr lang="en-US" b="1">
                <a:ea typeface="+mn-lt"/>
                <a:cs typeface="+mn-lt"/>
              </a:rPr>
              <a:t>sequential data such as sentences and documents</a:t>
            </a:r>
            <a:r>
              <a:rPr lang="en-US">
                <a:ea typeface="+mn-lt"/>
                <a:cs typeface="+mn-lt"/>
              </a:rPr>
              <a:t>. Two widely used RNN variants include: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GRU (Gated Recurrent Unit)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Introduced to address the </a:t>
            </a:r>
            <a:r>
              <a:rPr lang="en-US" b="1">
                <a:ea typeface="+mn-lt"/>
                <a:cs typeface="+mn-lt"/>
              </a:rPr>
              <a:t>vanishing gradient problem</a:t>
            </a:r>
            <a:r>
              <a:rPr lang="en-US">
                <a:ea typeface="+mn-lt"/>
                <a:cs typeface="+mn-lt"/>
              </a:rPr>
              <a:t> in traditional RNNs.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Uses gating mechanisms to control information flow through the network.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More computationally efficient compared to LSTM.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BiLSTM</a:t>
            </a:r>
            <a:r>
              <a:rPr lang="en-US" b="1">
                <a:ea typeface="+mn-lt"/>
                <a:cs typeface="+mn-lt"/>
              </a:rPr>
              <a:t> (Bidirectional Long Short-Term Memory)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Processes sequences in </a:t>
            </a:r>
            <a:r>
              <a:rPr lang="en-US" b="1">
                <a:ea typeface="+mn-lt"/>
                <a:cs typeface="+mn-lt"/>
              </a:rPr>
              <a:t>both forward and backward directions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Captures contextual information from </a:t>
            </a:r>
            <a:r>
              <a:rPr lang="en-US" b="1">
                <a:ea typeface="+mn-lt"/>
                <a:cs typeface="+mn-lt"/>
              </a:rPr>
              <a:t>both past and future words</a:t>
            </a:r>
            <a:r>
              <a:rPr lang="en-US">
                <a:ea typeface="+mn-lt"/>
                <a:cs typeface="+mn-lt"/>
              </a:rPr>
              <a:t> in a sentence.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Commonly used in sentiment analysis and other text classification tasks.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However, RNN-based models often struggle with </a:t>
            </a:r>
            <a:r>
              <a:rPr lang="en-US" b="1">
                <a:ea typeface="+mn-lt"/>
                <a:cs typeface="+mn-lt"/>
              </a:rPr>
              <a:t>long-range dependencies and slow training due to sequential processing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C36EA-A2AC-BB87-D74A-23E85399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2AFDB-E450-20C7-2183-970D2099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9779-15A6-5274-A241-DA123B242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0C20-67D5-BD27-5438-7734A5DA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Transformer-Based Models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17E1B-FEA9-E041-7E4F-BF792477C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Recent advances in NLP have been driven by the </a:t>
            </a:r>
            <a:r>
              <a:rPr lang="en-US" b="1" dirty="0">
                <a:ea typeface="+mn-lt"/>
                <a:cs typeface="+mn-lt"/>
              </a:rPr>
              <a:t>Transformer architecture. </a:t>
            </a:r>
            <a:r>
              <a:rPr lang="en-US" dirty="0">
                <a:ea typeface="+mn-lt"/>
                <a:cs typeface="+mn-lt"/>
              </a:rPr>
              <a:t>Transformers replace recurrence with </a:t>
            </a:r>
            <a:r>
              <a:rPr lang="en-US" b="1" dirty="0">
                <a:ea typeface="+mn-lt"/>
                <a:cs typeface="+mn-lt"/>
              </a:rPr>
              <a:t>self-attention mechanisms</a:t>
            </a:r>
            <a:r>
              <a:rPr lang="en-US">
                <a:ea typeface="+mn-lt"/>
                <a:cs typeface="+mn-lt"/>
              </a:rPr>
              <a:t>, allowing models to process entire sentences simultaneously while learning relationships between words.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Key advantages include:</a:t>
            </a: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Ability to capture </a:t>
            </a:r>
            <a:r>
              <a:rPr lang="en-US" b="1">
                <a:ea typeface="+mn-lt"/>
                <a:cs typeface="+mn-lt"/>
              </a:rPr>
              <a:t>long-distance word relationships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Parallel computation</a:t>
            </a:r>
            <a:r>
              <a:rPr lang="en-US">
                <a:ea typeface="+mn-lt"/>
                <a:cs typeface="+mn-lt"/>
              </a:rPr>
              <a:t>, leading to faster training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Strong performance across many NLP tasks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One widely used transformer model is: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DistilBERT</a:t>
            </a:r>
            <a:r>
              <a:rPr lang="en-US" dirty="0">
                <a:ea typeface="+mn-lt"/>
                <a:cs typeface="+mn-lt"/>
              </a:rPr>
              <a:t> is a </a:t>
            </a:r>
            <a:r>
              <a:rPr lang="en-US" b="1" dirty="0">
                <a:ea typeface="+mn-lt"/>
                <a:cs typeface="+mn-lt"/>
              </a:rPr>
              <a:t>compressed version of BERT</a:t>
            </a:r>
            <a:r>
              <a:rPr lang="en-US" dirty="0">
                <a:ea typeface="+mn-lt"/>
                <a:cs typeface="+mn-lt"/>
              </a:rPr>
              <a:t> that maintains high accuracy while reducing computational cost.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Because of these benefits, transformer-based models have become the </a:t>
            </a:r>
            <a:r>
              <a:rPr lang="en-US" b="1" dirty="0">
                <a:ea typeface="+mn-lt"/>
                <a:cs typeface="+mn-lt"/>
              </a:rPr>
              <a:t>state-of-the-art approach for sentiment analysis and other NLP tasks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94A03-8E3C-A3FE-27DA-BDB20DA5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31B9F-C173-F6F1-6691-E93731EA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  <p:extLst>
      <p:ext uri="{BB962C8B-B14F-4D97-AF65-F5344CB8AC3E}">
        <p14:creationId xmlns:p14="http://schemas.microsoft.com/office/powerpoint/2010/main" val="2192508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08072-4B4E-F2C8-E920-FC7C0DF6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A0CC7-006E-4DE2-2AD7-BF979B25C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IMDb Movie Review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Introduction</a:t>
            </a:r>
          </a:p>
          <a:p>
            <a:pPr lvl="1"/>
            <a:r>
              <a:rPr lang="en-US"/>
              <a:t>The IMDb dataset is a widely used benchmark for sentiment classification tasks.</a:t>
            </a:r>
          </a:p>
          <a:p>
            <a:pPr lvl="1"/>
            <a:r>
              <a:rPr lang="en-US" dirty="0"/>
              <a:t>It contains thousands of movie reviews written by real users.</a:t>
            </a:r>
          </a:p>
          <a:p>
            <a:pPr lvl="1"/>
            <a:r>
              <a:rPr lang="en-US"/>
              <a:t>Each review is labeled as either positive or negative sentiment.</a:t>
            </a:r>
          </a:p>
          <a:p>
            <a:pPr lvl="1"/>
            <a:r>
              <a:rPr lang="en-US" dirty="0"/>
              <a:t>Reviews often contain complex sentences, sarcasm, and emotional language.</a:t>
            </a:r>
          </a:p>
          <a:p>
            <a:pPr lvl="1"/>
            <a:r>
              <a:rPr lang="en-US"/>
              <a:t>These characteristics make the dataset realistic and challenging for NLP models.</a:t>
            </a:r>
          </a:p>
          <a:p>
            <a:r>
              <a:rPr lang="en-US"/>
              <a:t>Feature</a:t>
            </a:r>
          </a:p>
          <a:p>
            <a:pPr lvl="1"/>
            <a:r>
              <a:rPr lang="en-US"/>
              <a:t>Total dataset size: 50,000 reviews.</a:t>
            </a:r>
            <a:endParaRPr lang="en-US">
              <a:solidFill>
                <a:srgbClr val="000000"/>
              </a:solidFill>
            </a:endParaRPr>
          </a:p>
          <a:p>
            <a:pPr lvl="1"/>
            <a:r>
              <a:rPr lang="en-US"/>
              <a:t>Training set: 25,000 labeled reviews.</a:t>
            </a:r>
            <a:endParaRPr lang="en-US">
              <a:solidFill>
                <a:srgbClr val="000000"/>
              </a:solidFill>
            </a:endParaRPr>
          </a:p>
          <a:p>
            <a:pPr lvl="1"/>
            <a:r>
              <a:rPr lang="en-US"/>
              <a:t>Test set: 25,000 labeled reviews.</a:t>
            </a:r>
            <a:endParaRPr lang="en-US">
              <a:solidFill>
                <a:srgbClr val="000000"/>
              </a:solidFill>
            </a:endParaRPr>
          </a:p>
          <a:p>
            <a:pPr lvl="1"/>
            <a:r>
              <a:rPr lang="en-US"/>
              <a:t>Binary classification: Positive vs Negative.</a:t>
            </a:r>
            <a:endParaRPr lang="en-US">
              <a:solidFill>
                <a:srgbClr val="000000"/>
              </a:solidFill>
            </a:endParaRPr>
          </a:p>
          <a:p>
            <a:pPr lvl="1"/>
            <a:r>
              <a:rPr lang="en-US"/>
              <a:t>Reviews vary significantly in length and writing style.</a:t>
            </a:r>
          </a:p>
          <a:p>
            <a:r>
              <a:rPr lang="en-US">
                <a:solidFill>
                  <a:srgbClr val="35403A"/>
                </a:solidFill>
              </a:rPr>
              <a:t>Link</a:t>
            </a:r>
          </a:p>
          <a:p>
            <a:pPr lvl="1"/>
            <a:r>
              <a:rPr lang="en-US">
                <a:solidFill>
                  <a:srgbClr val="35403A"/>
                </a:solidFill>
                <a:hlinkClick r:id="rId2"/>
              </a:rPr>
              <a:t>IMDB Dataset</a:t>
            </a:r>
            <a:endParaRPr lang="en-US">
              <a:solidFill>
                <a:srgbClr val="35403A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CC094-CA88-7449-4214-6CB747F2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F2327-7CD1-2CF4-5CC1-DC4D3C6A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69DA2-9BDC-B05F-5929-C8116515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2F85B-EEFF-6EF1-3CD5-517132F9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210FA-DBA1-32AE-0CA0-183AFDEC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29FD59C-4157-F406-444A-51E6D70A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81E0366-50FE-1A7D-B4F6-D80720E4F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DF2935-4DFD-0417-23F2-204E21FA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7" y="1133135"/>
            <a:ext cx="8169729" cy="458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69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Sampling for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reduce training time, a subset of the dataset was used.</a:t>
            </a:r>
          </a:p>
          <a:p>
            <a:r>
              <a:t>Training subset: 5,000 reviews randomly selected.</a:t>
            </a:r>
          </a:p>
          <a:p>
            <a:r>
              <a:t>Testing subset: 1,000 reviews randomly selected.</a:t>
            </a:r>
          </a:p>
          <a:p>
            <a:r>
              <a:t>Random sampling ensures balanced class distribution.</a:t>
            </a:r>
          </a:p>
          <a:p>
            <a:r>
              <a:t>This allows faster experimentation while preserving meaningful evaluation.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760E6-A8A3-4FC9-EED6-D2631C37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F1DDA-0DB1-1B5B-D4B4-27D68BF5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Approach /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7D766-E96B-A926-4426-E1E32A89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B5172-FFA7-2EEC-70BB-C2B6B454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Overall Approach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940271"/>
            <a:ext cx="7831836" cy="8231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This project evaluates multiple neural network architectures for </a:t>
            </a:r>
            <a:r>
              <a:rPr lang="en-US" sz="1400" b="1">
                <a:ea typeface="+mn-lt"/>
                <a:cs typeface="+mn-lt"/>
              </a:rPr>
              <a:t>sentiment classification</a:t>
            </a:r>
            <a:r>
              <a:rPr lang="en-US" sz="1400">
                <a:ea typeface="+mn-lt"/>
                <a:cs typeface="+mn-lt"/>
              </a:rPr>
              <a:t> using the IMDb Movie Review Dataset. The workflow follows these steps:</a:t>
            </a:r>
            <a:endParaRPr lang="en-US" sz="1400"/>
          </a:p>
          <a:p>
            <a:pPr>
              <a:buAutoNum type="arabicPeriod"/>
            </a:pPr>
            <a:endParaRPr lang="en-US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2622-AD00-FB89-C37C-47C41870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3FEC-F1D9-04CD-177E-5E2C2B71E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4CFD8-AA00-0DD7-A861-D38F5CECD1DD}"/>
              </a:ext>
            </a:extLst>
          </p:cNvPr>
          <p:cNvSpPr txBox="1"/>
          <p:nvPr/>
        </p:nvSpPr>
        <p:spPr>
          <a:xfrm>
            <a:off x="654724" y="2686154"/>
            <a:ext cx="3731700" cy="38415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400" b="1">
                <a:solidFill>
                  <a:srgbClr val="35403A"/>
                </a:solidFill>
              </a:rPr>
              <a:t>1.  Dataset Loading</a:t>
            </a:r>
            <a:endParaRPr lang="en-US" sz="140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lang="en-US" sz="1400">
                <a:solidFill>
                  <a:srgbClr val="35403A"/>
                </a:solidFill>
              </a:rPr>
              <a:t>Reviews were loaded using the Hugging Face Datasets library.</a:t>
            </a:r>
            <a:endParaRPr lang="en-US" sz="1400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400" b="1">
                <a:solidFill>
                  <a:srgbClr val="35403A"/>
                </a:solidFill>
              </a:rPr>
              <a:t>2. Text Preprocessing</a:t>
            </a:r>
            <a:endParaRPr lang="en-US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400">
                <a:solidFill>
                  <a:srgbClr val="35403A"/>
                </a:solidFill>
                <a:ea typeface="+mn-lt"/>
                <a:cs typeface="+mn-lt"/>
              </a:rPr>
              <a:t>All text is converted to lowercase for consistency.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35403A"/>
                </a:solidFill>
                <a:ea typeface="+mn-lt"/>
                <a:cs typeface="+mn-lt"/>
              </a:rPr>
              <a:t>Words are tokenized by splitting sentences into tokens.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35403A"/>
                </a:solidFill>
                <a:ea typeface="+mn-lt"/>
                <a:cs typeface="+mn-lt"/>
              </a:rPr>
              <a:t>A vocabulary dictionary is built using the most frequent words.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35403A"/>
                </a:solidFill>
                <a:ea typeface="+mn-lt"/>
                <a:cs typeface="+mn-lt"/>
              </a:rPr>
              <a:t>Each word is mapped to an integer index.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35403A"/>
                </a:solidFill>
                <a:ea typeface="+mn-lt"/>
                <a:cs typeface="+mn-lt"/>
              </a:rPr>
              <a:t>Sequences are padded or truncated to fixed length (128 tokens). </a:t>
            </a:r>
            <a:endParaRPr lang="en-US"/>
          </a:p>
          <a:p>
            <a:pPr algn="l"/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EBF238-EFB6-4868-4D27-0C1D067DE935}"/>
              </a:ext>
            </a:extLst>
          </p:cNvPr>
          <p:cNvSpPr txBox="1"/>
          <p:nvPr/>
        </p:nvSpPr>
        <p:spPr>
          <a:xfrm>
            <a:off x="4386383" y="2644976"/>
            <a:ext cx="4743358" cy="40749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400" b="1">
                <a:solidFill>
                  <a:srgbClr val="35403A"/>
                </a:solidFill>
              </a:rPr>
              <a:t>3. Model Training</a:t>
            </a:r>
            <a:endParaRPr lang="en-US" sz="140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400">
                <a:solidFill>
                  <a:srgbClr val="35403A"/>
                </a:solidFill>
              </a:rPr>
              <a:t>Three architectures were implemented and trained:</a:t>
            </a:r>
            <a:endParaRPr lang="en-US" sz="1400"/>
          </a:p>
          <a:p>
            <a:pPr marL="742950" lvl="1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b="1">
                <a:solidFill>
                  <a:srgbClr val="35403A"/>
                </a:solidFill>
              </a:rPr>
              <a:t>GRU (Gated Recurrent Unit)</a:t>
            </a:r>
            <a:endParaRPr lang="en-US" sz="1400"/>
          </a:p>
          <a:p>
            <a:pPr marL="742950" lvl="1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b="1" dirty="0" err="1">
                <a:solidFill>
                  <a:srgbClr val="35403A"/>
                </a:solidFill>
              </a:rPr>
              <a:t>BiLSTM</a:t>
            </a:r>
            <a:r>
              <a:rPr lang="en-US" sz="1400" b="1" dirty="0">
                <a:solidFill>
                  <a:srgbClr val="35403A"/>
                </a:solidFill>
              </a:rPr>
              <a:t> (Bidirectional LSTM)</a:t>
            </a:r>
            <a:endParaRPr lang="en-US" sz="1400" dirty="0"/>
          </a:p>
          <a:p>
            <a:pPr marL="742950" lvl="1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b="1" dirty="0" err="1">
                <a:solidFill>
                  <a:srgbClr val="35403A"/>
                </a:solidFill>
              </a:rPr>
              <a:t>DistilBERT</a:t>
            </a:r>
            <a:r>
              <a:rPr lang="en-US" sz="1400" b="1" dirty="0">
                <a:solidFill>
                  <a:srgbClr val="35403A"/>
                </a:solidFill>
              </a:rPr>
              <a:t> Transformer</a:t>
            </a:r>
            <a:endParaRPr lang="en-US" sz="1400" dirty="0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400" b="1">
                <a:solidFill>
                  <a:srgbClr val="35403A"/>
                </a:solidFill>
              </a:rPr>
              <a:t>4. Evaluation</a:t>
            </a:r>
            <a:endParaRPr lang="en-US" sz="1400"/>
          </a:p>
          <a:p>
            <a:pPr marL="742950" lvl="1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35403A"/>
                </a:solidFill>
              </a:rPr>
              <a:t>Models evaluated using </a:t>
            </a:r>
            <a:r>
              <a:rPr lang="en-US" sz="1400" b="1">
                <a:solidFill>
                  <a:srgbClr val="35403A"/>
                </a:solidFill>
              </a:rPr>
              <a:t>classification accuracy</a:t>
            </a:r>
            <a:endParaRPr lang="en-US" sz="1400"/>
          </a:p>
          <a:p>
            <a:pPr marL="742950" lvl="1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35403A"/>
                </a:solidFill>
              </a:rPr>
              <a:t>Additional metrics recorded:</a:t>
            </a:r>
            <a:endParaRPr lang="en-US" sz="1400" dirty="0"/>
          </a:p>
          <a:p>
            <a:pPr marL="1200150" lvl="2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35403A"/>
                </a:solidFill>
              </a:rPr>
              <a:t>training time</a:t>
            </a:r>
            <a:endParaRPr lang="en-US" sz="1400"/>
          </a:p>
          <a:p>
            <a:pPr marL="1200150" lvl="2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35403A"/>
                </a:solidFill>
              </a:rPr>
              <a:t>model parameters</a:t>
            </a:r>
            <a:endParaRPr lang="en-US" sz="1400"/>
          </a:p>
          <a:p>
            <a:pPr marL="1200150" lvl="2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35403A"/>
                </a:solidFill>
              </a:rPr>
              <a:t>efficiency (accuracy per training second)</a:t>
            </a:r>
            <a:endParaRPr lang="en-US" sz="1400"/>
          </a:p>
          <a:p>
            <a:pPr algn="l"/>
            <a:endParaRPr 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331" y="588245"/>
            <a:ext cx="7837338" cy="1265928"/>
          </a:xfrm>
        </p:spPr>
        <p:txBody>
          <a:bodyPr anchor="b">
            <a:normAutofit/>
          </a:bodyPr>
          <a:lstStyle/>
          <a:p>
            <a:r>
              <a:t>Model 1: GRU (Gated Recurrent Unit)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368" y="2159176"/>
            <a:ext cx="3733090" cy="40177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200" b="1"/>
              <a:t>Architecture:</a:t>
            </a:r>
            <a:endParaRPr lang="en-US" sz="1200"/>
          </a:p>
          <a:p>
            <a:pPr lvl="1">
              <a:lnSpc>
                <a:spcPct val="110000"/>
              </a:lnSpc>
            </a:pPr>
            <a:r>
              <a:rPr lang="en-US" sz="1200"/>
              <a:t>Bidirectional GRU with 2 layers</a:t>
            </a:r>
          </a:p>
          <a:p>
            <a:pPr lvl="1">
              <a:lnSpc>
                <a:spcPct val="110000"/>
              </a:lnSpc>
            </a:pPr>
            <a:r>
              <a:rPr lang="en-US" sz="1200"/>
              <a:t>Embedding dimension: 300</a:t>
            </a:r>
          </a:p>
          <a:p>
            <a:pPr lvl="1">
              <a:lnSpc>
                <a:spcPct val="110000"/>
              </a:lnSpc>
            </a:pPr>
            <a:r>
              <a:rPr lang="en-US" sz="1200"/>
              <a:t>Hidden dimension: 600</a:t>
            </a:r>
          </a:p>
          <a:p>
            <a:pPr lvl="1">
              <a:lnSpc>
                <a:spcPct val="110000"/>
              </a:lnSpc>
            </a:pPr>
            <a:r>
              <a:rPr lang="en-US" sz="1200"/>
              <a:t>Fully connected layers: 256 → 2 (binary classification)</a:t>
            </a:r>
          </a:p>
          <a:p>
            <a:pPr lvl="1">
              <a:lnSpc>
                <a:spcPct val="110000"/>
              </a:lnSpc>
            </a:pPr>
            <a:r>
              <a:rPr lang="en-US" sz="1200"/>
              <a:t>Dropout: 0.5, </a:t>
            </a:r>
            <a:r>
              <a:rPr lang="en-US" sz="1200" err="1"/>
              <a:t>ReLU</a:t>
            </a:r>
            <a:r>
              <a:rPr lang="en-US" sz="1200"/>
              <a:t> activation</a:t>
            </a:r>
          </a:p>
          <a:p>
            <a:pPr>
              <a:lnSpc>
                <a:spcPct val="110000"/>
              </a:lnSpc>
            </a:pPr>
            <a:r>
              <a:rPr lang="en-US" sz="1200" b="1"/>
              <a:t>Training Details:</a:t>
            </a:r>
            <a:endParaRPr lang="en-US" sz="1200"/>
          </a:p>
          <a:p>
            <a:pPr lvl="1">
              <a:lnSpc>
                <a:spcPct val="110000"/>
              </a:lnSpc>
            </a:pPr>
            <a:r>
              <a:rPr lang="en-US" sz="1200"/>
              <a:t>Optimizer: </a:t>
            </a:r>
            <a:r>
              <a:rPr lang="en-US" sz="1200" err="1"/>
              <a:t>AdamW</a:t>
            </a:r>
            <a:r>
              <a:rPr lang="en-US" sz="1200"/>
              <a:t> with weight decay 0.01</a:t>
            </a:r>
          </a:p>
          <a:p>
            <a:pPr lvl="1">
              <a:lnSpc>
                <a:spcPct val="110000"/>
              </a:lnSpc>
            </a:pPr>
            <a:r>
              <a:rPr lang="en-US" sz="1200"/>
              <a:t>Learning rate scheduler: </a:t>
            </a:r>
            <a:r>
              <a:rPr lang="en-US" sz="1200" err="1"/>
              <a:t>CosineAnnealingLR</a:t>
            </a:r>
          </a:p>
          <a:p>
            <a:pPr lvl="1">
              <a:lnSpc>
                <a:spcPct val="110000"/>
              </a:lnSpc>
            </a:pPr>
            <a:r>
              <a:rPr lang="en-US" sz="1200"/>
              <a:t>Batch size: 32, Epochs: 10</a:t>
            </a:r>
          </a:p>
          <a:p>
            <a:pPr>
              <a:lnSpc>
                <a:spcPct val="110000"/>
              </a:lnSpc>
            </a:pPr>
            <a:r>
              <a:rPr lang="en-US" sz="1200" b="1"/>
              <a:t>Key Idea:</a:t>
            </a:r>
            <a:r>
              <a:rPr lang="en-US" sz="1200"/>
              <a:t> Captures sequential dependencies and contextual information efficiently, faster than </a:t>
            </a:r>
            <a:r>
              <a:rPr lang="en-US" sz="1200" err="1"/>
              <a:t>BiLSTM</a:t>
            </a:r>
            <a:r>
              <a:rPr lang="en-US" sz="1200"/>
              <a:t>.</a:t>
            </a:r>
          </a:p>
          <a:p>
            <a:pPr>
              <a:lnSpc>
                <a:spcPct val="110000"/>
              </a:lnSpc>
            </a:pPr>
            <a:endParaRPr lang="en-US" sz="1200"/>
          </a:p>
        </p:txBody>
      </p:sp>
      <p:pic>
        <p:nvPicPr>
          <p:cNvPr id="6" name="Picture 5" descr="A diagram of a new gate&#10;&#10;AI-generated content may be incorrect.">
            <a:extLst>
              <a:ext uri="{FF2B5EF4-FFF2-40B4-BE49-F238E27FC236}">
                <a16:creationId xmlns:a16="http://schemas.microsoft.com/office/drawing/2014/main" id="{BB867BE4-81D6-36B2-1311-E33CAE250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541" y="2681129"/>
            <a:ext cx="4642949" cy="2677172"/>
          </a:xfrm>
          <a:prstGeom prst="rect">
            <a:avLst/>
          </a:prstGeom>
          <a:noFill/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20D412E0-50CE-9249-1541-B863F4A1D4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1"/>
            <a:ext cx="2057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8A9D231-FA9D-4FC0-BC92-D9DBD43087B1}" type="datetime1">
              <a:pPr>
                <a:spcAft>
                  <a:spcPts val="600"/>
                </a:spcAft>
              </a:pPr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DB2F5-76A4-024D-9F2C-F082AD1E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240" y="6356351"/>
            <a:ext cx="322326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Sentiment Analysis Model Comparison​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5D380-2527-3E53-61AE-59F32FC0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2500" y="6356351"/>
            <a:ext cx="3909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E4DE196-8A13-4FF7-A07E-102851959EAB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331" y="588245"/>
            <a:ext cx="7837338" cy="1265928"/>
          </a:xfrm>
        </p:spPr>
        <p:txBody>
          <a:bodyPr anchor="b">
            <a:normAutofit/>
          </a:bodyPr>
          <a:lstStyle/>
          <a:p>
            <a:r>
              <a:rPr lang="en-US"/>
              <a:t>Model 2: </a:t>
            </a:r>
            <a:r>
              <a:rPr lang="en-US" err="1"/>
              <a:t>BiLSTM</a:t>
            </a:r>
            <a:r>
              <a:rPr lang="en-US"/>
              <a:t> (Bidirectional Long Short-Term Memory)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368" y="2159176"/>
            <a:ext cx="3733090" cy="40177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200" b="1"/>
              <a:t>Architecture:</a:t>
            </a:r>
            <a:endParaRPr lang="en-US" sz="12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Bidirectional LSTM with 2 layers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Embedding dimension: 300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Hidden dimension: 600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Fully connected layers: 256 → 2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Dropout: 0.5, </a:t>
            </a:r>
            <a:r>
              <a:rPr lang="en-US" sz="1200" err="1"/>
              <a:t>ReLU</a:t>
            </a:r>
            <a:r>
              <a:rPr lang="en-US" sz="1200"/>
              <a:t> activation</a:t>
            </a:r>
          </a:p>
          <a:p>
            <a:pPr>
              <a:lnSpc>
                <a:spcPct val="110000"/>
              </a:lnSpc>
            </a:pPr>
            <a:r>
              <a:rPr lang="en-US" sz="1200" b="1"/>
              <a:t>Training Details:</a:t>
            </a:r>
            <a:endParaRPr lang="en-US" sz="12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Optimizer: </a:t>
            </a:r>
            <a:r>
              <a:rPr lang="en-US" sz="1200" err="1"/>
              <a:t>AdamW</a:t>
            </a:r>
            <a:r>
              <a:rPr lang="en-US" sz="1200"/>
              <a:t> with weight decay 0.01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Learning rate scheduler: </a:t>
            </a:r>
            <a:r>
              <a:rPr lang="en-US" sz="1200" err="1"/>
              <a:t>CosineAnnealingLR</a:t>
            </a:r>
            <a:endParaRPr lang="en-US" sz="12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Batch size: 32, Epochs: 10</a:t>
            </a:r>
          </a:p>
          <a:p>
            <a:pPr>
              <a:lnSpc>
                <a:spcPct val="110000"/>
              </a:lnSpc>
            </a:pPr>
            <a:r>
              <a:rPr lang="en-US" sz="1200" b="1"/>
              <a:t>Key Idea:</a:t>
            </a:r>
            <a:r>
              <a:rPr lang="en-US" sz="1200"/>
              <a:t> Captures longer dependencies in sequences, but more parameters and slower training than GRU.</a:t>
            </a:r>
          </a:p>
          <a:p>
            <a:pPr>
              <a:lnSpc>
                <a:spcPct val="110000"/>
              </a:lnSpc>
            </a:pPr>
            <a:endParaRPr lang="en-US" sz="1200"/>
          </a:p>
        </p:txBody>
      </p:sp>
      <p:pic>
        <p:nvPicPr>
          <p:cNvPr id="6" name="Picture 5" descr="A diagram of a flowchart&#10;&#10;AI-generated content may be incorrect.">
            <a:extLst>
              <a:ext uri="{FF2B5EF4-FFF2-40B4-BE49-F238E27FC236}">
                <a16:creationId xmlns:a16="http://schemas.microsoft.com/office/drawing/2014/main" id="{F7DF91AA-7919-16C8-7BA2-D3E504D6D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411" y="2329187"/>
            <a:ext cx="4597323" cy="2702249"/>
          </a:xfrm>
          <a:prstGeom prst="rect">
            <a:avLst/>
          </a:prstGeom>
          <a:noFill/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9647662-E245-46A7-E523-516220F62B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1"/>
            <a:ext cx="2057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75CBFE1-6C0E-4779-AC82-9180E56C63BE}" type="datetime1">
              <a:pPr>
                <a:spcAft>
                  <a:spcPts val="600"/>
                </a:spcAft>
              </a:pPr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027C3-AE53-DA30-9E8E-AD7AC5329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240" y="6356351"/>
            <a:ext cx="322326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Sentiment Analysis Model Comparison​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2CEDC-D451-2F66-103B-1183D9E5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2500" y="6356351"/>
            <a:ext cx="3909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E4DE196-8A13-4FF7-A07E-102851959EAB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331" y="588245"/>
            <a:ext cx="7837338" cy="1265928"/>
          </a:xfrm>
        </p:spPr>
        <p:txBody>
          <a:bodyPr anchor="b">
            <a:normAutofit/>
          </a:bodyPr>
          <a:lstStyle/>
          <a:p>
            <a:r>
              <a:t>Model 3: DistilBERT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368" y="2159176"/>
            <a:ext cx="3733090" cy="40177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200" b="1"/>
              <a:t>Architecture:</a:t>
            </a:r>
            <a:endParaRPr lang="en-US" sz="12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Pretrained </a:t>
            </a:r>
            <a:r>
              <a:rPr lang="en-US" sz="1200" err="1"/>
              <a:t>DistilBERT</a:t>
            </a:r>
            <a:r>
              <a:rPr lang="en-US" sz="1200"/>
              <a:t> (6-layer transformer)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Hidden size: 768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Output layer: 2 classes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Tokenizer: </a:t>
            </a:r>
            <a:r>
              <a:rPr lang="en-US" sz="1200" err="1"/>
              <a:t>distilbert</a:t>
            </a:r>
            <a:r>
              <a:rPr lang="en-US" sz="1200"/>
              <a:t>-base-uncased</a:t>
            </a:r>
          </a:p>
          <a:p>
            <a:pPr>
              <a:lnSpc>
                <a:spcPct val="110000"/>
              </a:lnSpc>
            </a:pPr>
            <a:r>
              <a:rPr lang="en-US" sz="1200" b="1"/>
              <a:t>Training Details:</a:t>
            </a:r>
            <a:endParaRPr lang="en-US" sz="12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Trainer API from Hugging Face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Batch size: 8, Epochs: 10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200"/>
              <a:t>Evaluation strategy: per epoch</a:t>
            </a:r>
          </a:p>
          <a:p>
            <a:pPr>
              <a:lnSpc>
                <a:spcPct val="110000"/>
              </a:lnSpc>
            </a:pPr>
            <a:r>
              <a:rPr lang="en-US" sz="1200" b="1"/>
              <a:t>Key Idea:</a:t>
            </a:r>
            <a:r>
              <a:rPr lang="en-US" sz="1200"/>
              <a:t> Pretrained transformer captures deep contextual understanding, highest accuracy despite longer training and model size.</a:t>
            </a:r>
          </a:p>
          <a:p>
            <a:pPr>
              <a:lnSpc>
                <a:spcPct val="110000"/>
              </a:lnSpc>
            </a:pPr>
            <a:endParaRPr lang="en-US" sz="1200"/>
          </a:p>
        </p:txBody>
      </p:sp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3EDEC8E8-390E-475A-D03F-9E82327B0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314" y="2245323"/>
            <a:ext cx="4597323" cy="3034522"/>
          </a:xfrm>
          <a:prstGeom prst="rect">
            <a:avLst/>
          </a:prstGeom>
          <a:noFill/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1F9BCDEA-7B07-31FA-46D3-DF3F699B48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1"/>
            <a:ext cx="2057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6C2F3D49-287D-4D93-A9A1-B80B94BBF09A}" type="datetime1">
              <a:pPr>
                <a:spcAft>
                  <a:spcPts val="600"/>
                </a:spcAft>
              </a:pPr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1C7A-083D-BEDF-ABDA-651F857E3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240" y="6356351"/>
            <a:ext cx="322326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Sentiment Analysis Model Comparison​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3F526-0584-7D90-FCBA-F3B362E6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2500" y="6356351"/>
            <a:ext cx="3909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E4DE196-8A13-4FF7-A07E-102851959EAB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788" y="588245"/>
            <a:ext cx="7837338" cy="1265928"/>
          </a:xfrm>
        </p:spPr>
        <p:txBody>
          <a:bodyPr/>
          <a:lstStyle/>
          <a:p>
            <a:r>
              <a:t>Code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5825" y="2157985"/>
            <a:ext cx="7831836" cy="6599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hlinkClick r:id="rId2"/>
              </a:rPr>
              <a:t>https://github.com/MingjieQiu/MRP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F91F3-6F07-45DA-F3B0-E2395AB0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6AE3D-3EFF-77B9-E5B1-D44C19AD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92CF19F-0CE4-F722-A09D-FBF7A5275F4F}"/>
              </a:ext>
            </a:extLst>
          </p:cNvPr>
          <p:cNvSpPr txBox="1">
            <a:spLocks/>
          </p:cNvSpPr>
          <p:nvPr/>
        </p:nvSpPr>
        <p:spPr>
          <a:xfrm>
            <a:off x="990396" y="2192167"/>
            <a:ext cx="7837338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Video Demonstration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E625B71-F5BF-6D9B-8B96-97E8F636B9F1}"/>
              </a:ext>
            </a:extLst>
          </p:cNvPr>
          <p:cNvSpPr txBox="1">
            <a:spLocks/>
          </p:cNvSpPr>
          <p:nvPr/>
        </p:nvSpPr>
        <p:spPr>
          <a:xfrm>
            <a:off x="995433" y="3756030"/>
            <a:ext cx="7831836" cy="659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3"/>
              </a:rPr>
              <a:t>Mini ResearchProblem​ - Sentiment Analysis Model Comparison​ - GRU/BiLSTM/DistilBERT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6B5BC-7863-F904-983E-5C05BE0E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FBB01-FFBF-6F75-1230-DDA68C49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8F9B6-35C8-FD1D-6AEE-EEC5D310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5883A1D-5229-B503-92BB-F322DE436098}"/>
              </a:ext>
            </a:extLst>
          </p:cNvPr>
          <p:cNvSpPr txBox="1">
            <a:spLocks/>
          </p:cNvSpPr>
          <p:nvPr/>
        </p:nvSpPr>
        <p:spPr>
          <a:xfrm>
            <a:off x="653331" y="588245"/>
            <a:ext cx="7837338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Training </a:t>
            </a:r>
            <a:r>
              <a:rPr lang="en-US"/>
              <a:t>accuracy</a:t>
            </a:r>
            <a:r>
              <a:rPr lang="en-US" dirty="0"/>
              <a:t> / epoch</a:t>
            </a:r>
            <a:endParaRPr lang="en-US" kern="1200" dirty="0">
              <a:latin typeface="+mj-lt"/>
            </a:endParaRPr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E8EABD45-F860-45AF-22F3-F7955F03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252B0A-5BB8-4724-BFDF-27D792A449FF}" type="datetime1">
              <a:rPr lang="en-US"/>
              <a:pPr>
                <a:spcAft>
                  <a:spcPts val="600"/>
                </a:spcAft>
              </a:pPr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4B0C9-02C4-2591-DDE9-962B8A5A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240" y="6356351"/>
            <a:ext cx="32232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kern="1200" cap="all" spc="400" baseline="0">
                <a:latin typeface="+mn-lt"/>
                <a:ea typeface="+mn-ea"/>
                <a:cs typeface="+mn-cs"/>
              </a:rPr>
              <a:t>Sentiment Analysis Model Comparison​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EA9E4-3ACC-6CC2-F991-5FDD2520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2500" y="6356351"/>
            <a:ext cx="3909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E4DE196-8A13-4FF7-A07E-102851959EAB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82EC10-C6C0-130A-7511-C6FC094C9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19649"/>
              </p:ext>
            </p:extLst>
          </p:nvPr>
        </p:nvGraphicFramePr>
        <p:xfrm>
          <a:off x="690360" y="2157985"/>
          <a:ext cx="7767853" cy="3903822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1890084">
                  <a:extLst>
                    <a:ext uri="{9D8B030D-6E8A-4147-A177-3AD203B41FA5}">
                      <a16:colId xmlns:a16="http://schemas.microsoft.com/office/drawing/2014/main" val="113176667"/>
                    </a:ext>
                  </a:extLst>
                </a:gridCol>
                <a:gridCol w="1707111">
                  <a:extLst>
                    <a:ext uri="{9D8B030D-6E8A-4147-A177-3AD203B41FA5}">
                      <a16:colId xmlns:a16="http://schemas.microsoft.com/office/drawing/2014/main" val="116983279"/>
                    </a:ext>
                  </a:extLst>
                </a:gridCol>
                <a:gridCol w="2202477">
                  <a:extLst>
                    <a:ext uri="{9D8B030D-6E8A-4147-A177-3AD203B41FA5}">
                      <a16:colId xmlns:a16="http://schemas.microsoft.com/office/drawing/2014/main" val="226489370"/>
                    </a:ext>
                  </a:extLst>
                </a:gridCol>
                <a:gridCol w="1968181">
                  <a:extLst>
                    <a:ext uri="{9D8B030D-6E8A-4147-A177-3AD203B41FA5}">
                      <a16:colId xmlns:a16="http://schemas.microsoft.com/office/drawing/2014/main" val="1803538592"/>
                    </a:ext>
                  </a:extLst>
                </a:gridCol>
              </a:tblGrid>
              <a:tr h="43375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u="none" strike="noStrike" cap="none" spc="0" baseline="0" noProof="0">
                          <a:solidFill>
                            <a:srgbClr val="FFFFFF"/>
                          </a:solidFill>
                          <a:latin typeface="Walbaum Display"/>
                        </a:rPr>
                        <a:t>Epoch</a:t>
                      </a:r>
                    </a:p>
                  </a:txBody>
                  <a:tcPr marL="124061" marR="95431" marT="95431" marB="95431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kern="1200" cap="none" spc="0" baseline="0" noProof="0">
                          <a:solidFill>
                            <a:srgbClr val="FFFFFF"/>
                          </a:solidFill>
                          <a:latin typeface="Walbaum Display"/>
                          <a:ea typeface="+mn-ea"/>
                          <a:cs typeface="+mn-cs"/>
                        </a:rPr>
                        <a:t>GRU</a:t>
                      </a:r>
                      <a:endParaRPr lang="en-US" sz="1400" b="1" i="0" u="none" strike="noStrike" kern="1200" cap="none" spc="0" baseline="0">
                        <a:solidFill>
                          <a:srgbClr val="FFFFFF"/>
                        </a:solidFill>
                        <a:latin typeface="Walbaum Display"/>
                        <a:ea typeface="+mn-ea"/>
                        <a:cs typeface="+mn-cs"/>
                      </a:endParaRPr>
                    </a:p>
                  </a:txBody>
                  <a:tcPr marL="124061" marR="95431" marT="95431" marB="95431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400" b="1" i="0" u="none" strike="noStrike" cap="none" spc="0" noProof="0" dirty="0" err="1">
                          <a:solidFill>
                            <a:schemeClr val="bg1"/>
                          </a:solidFill>
                          <a:latin typeface="Walbaum Display"/>
                        </a:rPr>
                        <a:t>BiLSTM</a:t>
                      </a:r>
                      <a:endParaRPr lang="en-US" sz="1400" b="1" cap="none" spc="0">
                        <a:solidFill>
                          <a:schemeClr val="bg1"/>
                        </a:solidFill>
                        <a:latin typeface="Walbaum Display"/>
                      </a:endParaRPr>
                    </a:p>
                  </a:txBody>
                  <a:tcPr marL="124061" marR="95431" marT="95431" marB="95431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400" b="1" i="0" u="none" strike="noStrike" cap="none" spc="0" noProof="0" dirty="0" err="1">
                          <a:solidFill>
                            <a:schemeClr val="bg1"/>
                          </a:solidFill>
                          <a:latin typeface="Walbaum Display"/>
                        </a:rPr>
                        <a:t>DistilBERT</a:t>
                      </a:r>
                      <a:endParaRPr lang="en-US" sz="1400" b="1" cap="none" spc="0">
                        <a:solidFill>
                          <a:schemeClr val="bg1"/>
                        </a:solidFill>
                        <a:latin typeface="Walbaum Display"/>
                      </a:endParaRPr>
                    </a:p>
                  </a:txBody>
                  <a:tcPr marL="124061" marR="95431" marT="95431" marB="95431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233802"/>
                  </a:ext>
                </a:extLst>
              </a:tr>
              <a:tr h="4337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1</a:t>
                      </a:r>
                      <a:endParaRPr lang="en-US" sz="1200">
                        <a:latin typeface="Walbaum Display"/>
                      </a:endParaRPr>
                    </a:p>
                  </a:txBody>
                  <a:tcPr marL="124061" marR="95431" marT="95431" marB="95431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0.5440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0.5474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0.8460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272452"/>
                  </a:ext>
                </a:extLst>
              </a:tr>
              <a:tr h="4337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2</a:t>
                      </a:r>
                    </a:p>
                  </a:txBody>
                  <a:tcPr marL="124061" marR="95431" marT="95431" marB="95431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0.6932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0.5324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0.8370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000525"/>
                  </a:ext>
                </a:extLst>
              </a:tr>
              <a:tr h="4337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3</a:t>
                      </a:r>
                    </a:p>
                  </a:txBody>
                  <a:tcPr marL="124061" marR="95431" marT="95431" marB="95431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0.8228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0.5756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0.8440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042237"/>
                  </a:ext>
                </a:extLst>
              </a:tr>
              <a:tr h="4337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4</a:t>
                      </a:r>
                    </a:p>
                  </a:txBody>
                  <a:tcPr marL="124061" marR="95431" marT="95431" marB="95431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0.9276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0.6542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0.8480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683004"/>
                  </a:ext>
                </a:extLst>
              </a:tr>
              <a:tr h="4337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5</a:t>
                      </a:r>
                    </a:p>
                  </a:txBody>
                  <a:tcPr marL="124061" marR="95431" marT="95431" marB="95431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0.9818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0.7702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0.8440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689970"/>
                  </a:ext>
                </a:extLst>
              </a:tr>
              <a:tr h="4337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6</a:t>
                      </a:r>
                    </a:p>
                  </a:txBody>
                  <a:tcPr marL="124061" marR="95431" marT="95431" marB="95431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0.9958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0.8760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0.8470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213287"/>
                  </a:ext>
                </a:extLst>
              </a:tr>
              <a:tr h="4337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7</a:t>
                      </a:r>
                    </a:p>
                  </a:txBody>
                  <a:tcPr marL="124061" marR="95431" marT="95431" marB="95431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0.9996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0.9408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0.8550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11139"/>
                  </a:ext>
                </a:extLst>
              </a:tr>
              <a:tr h="4337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8</a:t>
                      </a:r>
                    </a:p>
                  </a:txBody>
                  <a:tcPr marL="124061" marR="95431" marT="95431" marB="95431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0.9998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0.9730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Walbaum Display"/>
                        </a:rPr>
                        <a:t>0.8520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407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426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5510-B043-96EB-09FB-EC8641C9D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063210AB-7C21-EFE7-5B18-713DA3255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1"/>
            <a:ext cx="2057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B252B0A-5BB8-4724-BFDF-27D792A449FF}" type="datetime1">
              <a:pPr>
                <a:spcAft>
                  <a:spcPts val="600"/>
                </a:spcAft>
              </a:pPr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6D1244-E307-788A-F9FB-E507DE492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240" y="6356351"/>
            <a:ext cx="322326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Sentiment Analysis Model Comparison​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A7588-3E42-C4F4-6AFF-536F53E4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2500" y="6356351"/>
            <a:ext cx="3909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E4DE196-8A13-4FF7-A07E-102851959EAB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628EEEC-8EA2-4A14-2BE5-38E8A1FFF368}"/>
              </a:ext>
            </a:extLst>
          </p:cNvPr>
          <p:cNvSpPr txBox="1">
            <a:spLocks/>
          </p:cNvSpPr>
          <p:nvPr/>
        </p:nvSpPr>
        <p:spPr>
          <a:xfrm>
            <a:off x="1126860" y="-413241"/>
            <a:ext cx="7837338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ea typeface="+mj-lt"/>
                <a:cs typeface="+mj-lt"/>
              </a:rPr>
              <a:t>Training Accuracy</a:t>
            </a:r>
            <a:r>
              <a:rPr lang="en-US"/>
              <a:t> Visualization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9060A5-8C44-BD35-B8ED-F04ECE9FB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43" y="889536"/>
            <a:ext cx="7609115" cy="507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80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B73E-801A-F3F6-E162-34B714FA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87A09FAA-2EE0-AFA7-FE16-F1D75CE316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1"/>
            <a:ext cx="2057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B252B0A-5BB8-4724-BFDF-27D792A449FF}" type="datetime1">
              <a:pPr>
                <a:spcAft>
                  <a:spcPts val="600"/>
                </a:spcAft>
              </a:pPr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BCD6B-0E20-2457-7768-2694A0B0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240" y="6356351"/>
            <a:ext cx="322326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Sentiment Analysis Model Comparison​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44F5C-3122-0FEA-B68A-99328E81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2500" y="6356351"/>
            <a:ext cx="3909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E4DE196-8A13-4FF7-A07E-102851959EAB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947459-C0DF-6AD7-3EEC-B50B19A7B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126506"/>
              </p:ext>
            </p:extLst>
          </p:nvPr>
        </p:nvGraphicFramePr>
        <p:xfrm>
          <a:off x="658368" y="2726821"/>
          <a:ext cx="7831838" cy="2766148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1898987">
                  <a:extLst>
                    <a:ext uri="{9D8B030D-6E8A-4147-A177-3AD203B41FA5}">
                      <a16:colId xmlns:a16="http://schemas.microsoft.com/office/drawing/2014/main" val="113176667"/>
                    </a:ext>
                  </a:extLst>
                </a:gridCol>
                <a:gridCol w="1690999">
                  <a:extLst>
                    <a:ext uri="{9D8B030D-6E8A-4147-A177-3AD203B41FA5}">
                      <a16:colId xmlns:a16="http://schemas.microsoft.com/office/drawing/2014/main" val="116983279"/>
                    </a:ext>
                  </a:extLst>
                </a:gridCol>
                <a:gridCol w="2254090">
                  <a:extLst>
                    <a:ext uri="{9D8B030D-6E8A-4147-A177-3AD203B41FA5}">
                      <a16:colId xmlns:a16="http://schemas.microsoft.com/office/drawing/2014/main" val="226489370"/>
                    </a:ext>
                  </a:extLst>
                </a:gridCol>
                <a:gridCol w="1987762">
                  <a:extLst>
                    <a:ext uri="{9D8B030D-6E8A-4147-A177-3AD203B41FA5}">
                      <a16:colId xmlns:a16="http://schemas.microsoft.com/office/drawing/2014/main" val="1803538592"/>
                    </a:ext>
                  </a:extLst>
                </a:gridCol>
              </a:tblGrid>
              <a:tr h="691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latin typeface="Walbaum Display"/>
                        </a:rPr>
                        <a:t>Model</a:t>
                      </a:r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latin typeface="Walbaum Display"/>
                        </a:rPr>
                        <a:t>Accuracy</a:t>
                      </a:r>
                    </a:p>
                  </a:txBody>
                  <a:tcPr marL="189929" marR="146099" marT="146099" marB="146099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latin typeface="Walbaum Display"/>
                        </a:rPr>
                        <a:t>Training Time</a:t>
                      </a:r>
                    </a:p>
                  </a:txBody>
                  <a:tcPr marL="189929" marR="146099" marT="146099" marB="146099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latin typeface="Walbaum Display"/>
                        </a:rPr>
                        <a:t>Parameters</a:t>
                      </a:r>
                    </a:p>
                  </a:txBody>
                  <a:tcPr marL="189929" marR="146099" marT="146099" marB="146099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233802"/>
                  </a:ext>
                </a:extLst>
              </a:tr>
              <a:tr h="691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GRU</a:t>
                      </a:r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200" b="0" i="0" u="none" strike="noStrike" cap="none" spc="0" baseline="0" noProof="0">
                          <a:solidFill>
                            <a:srgbClr val="000000"/>
                          </a:solidFill>
                          <a:latin typeface="Walbaum Display"/>
                        </a:rPr>
                        <a:t>72.6 %</a:t>
                      </a:r>
                      <a:endParaRPr lang="en-US" b="0"/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971.38 sec</a:t>
                      </a:r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13.04 M</a:t>
                      </a:r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272452"/>
                  </a:ext>
                </a:extLst>
              </a:tr>
              <a:tr h="691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 dirty="0" err="1">
                          <a:solidFill>
                            <a:schemeClr val="tx1"/>
                          </a:solidFill>
                          <a:latin typeface="Walbaum Display"/>
                        </a:rPr>
                        <a:t>BiLSTM</a:t>
                      </a:r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66.2 </a:t>
                      </a:r>
                      <a:r>
                        <a:rPr lang="en-US" sz="2200" b="0" cap="none" spc="0" dirty="0">
                          <a:solidFill>
                            <a:schemeClr val="tx1"/>
                          </a:solidFill>
                          <a:latin typeface="Walbaum Display"/>
                        </a:rPr>
                        <a:t>%</a:t>
                      </a:r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200" b="0" i="0" u="none" strike="noStrike" cap="none" spc="0" baseline="0" noProof="0">
                          <a:solidFill>
                            <a:srgbClr val="000000"/>
                          </a:solidFill>
                          <a:latin typeface="Walbaum Display"/>
                        </a:rPr>
                        <a:t>1216.81 </a:t>
                      </a:r>
                      <a:r>
                        <a:rPr lang="en-US" sz="22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sec</a:t>
                      </a:r>
                      <a:endParaRPr lang="en-US"/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16.28 M</a:t>
                      </a:r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814474"/>
                  </a:ext>
                </a:extLst>
              </a:tr>
              <a:tr h="691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 dirty="0" err="1">
                          <a:solidFill>
                            <a:schemeClr val="tx1"/>
                          </a:solidFill>
                          <a:latin typeface="Walbaum Display"/>
                        </a:rPr>
                        <a:t>DistilBERT</a:t>
                      </a:r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0" i="0" u="none" strike="noStrike" cap="none" spc="0" baseline="0" noProof="0">
                          <a:solidFill>
                            <a:srgbClr val="000000"/>
                          </a:solidFill>
                          <a:latin typeface="Walbaum Display"/>
                        </a:rPr>
                        <a:t>85.2 %</a:t>
                      </a:r>
                      <a:endParaRPr lang="en-US" b="0"/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b="0" i="0" u="none" strike="noStrike" cap="none" spc="0" baseline="0" noProof="0">
                          <a:solidFill>
                            <a:srgbClr val="000000"/>
                          </a:solidFill>
                          <a:latin typeface="Walbaum Display"/>
                        </a:rPr>
                        <a:t>1434.48</a:t>
                      </a:r>
                      <a:r>
                        <a:rPr lang="en-US" sz="22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 sec</a:t>
                      </a:r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latin typeface="Walbaum Display"/>
                        </a:rPr>
                        <a:t>67.95 M</a:t>
                      </a:r>
                    </a:p>
                  </a:txBody>
                  <a:tcPr marL="189929" marR="146099" marT="146099" marB="146099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180254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666A9BDA-1E63-B135-1A5F-DCF535168A9D}"/>
              </a:ext>
            </a:extLst>
          </p:cNvPr>
          <p:cNvSpPr txBox="1">
            <a:spLocks/>
          </p:cNvSpPr>
          <p:nvPr/>
        </p:nvSpPr>
        <p:spPr>
          <a:xfrm>
            <a:off x="805731" y="740645"/>
            <a:ext cx="7837338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Testing Results</a:t>
            </a:r>
          </a:p>
        </p:txBody>
      </p:sp>
    </p:spTree>
    <p:extLst>
      <p:ext uri="{BB962C8B-B14F-4D97-AF65-F5344CB8AC3E}">
        <p14:creationId xmlns:p14="http://schemas.microsoft.com/office/powerpoint/2010/main" val="1831771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2B72-8E54-1D38-B804-C9F89EA39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BF12DB60-0153-E1F4-48F5-9F3F32FE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1"/>
            <a:ext cx="2057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B252B0A-5BB8-4724-BFDF-27D792A449FF}" type="datetime1">
              <a:pPr>
                <a:spcAft>
                  <a:spcPts val="600"/>
                </a:spcAft>
              </a:pPr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8D348-B7B3-A2C9-D350-866B63DA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240" y="6356351"/>
            <a:ext cx="322326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Sentiment Analysis Model Comparison​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DE144-9080-C4A0-5079-3AD21441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2500" y="6356351"/>
            <a:ext cx="3909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E4DE196-8A13-4FF7-A07E-102851959EAB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1A75B41-897B-0C63-E79D-C50D768B6459}"/>
              </a:ext>
            </a:extLst>
          </p:cNvPr>
          <p:cNvSpPr txBox="1">
            <a:spLocks/>
          </p:cNvSpPr>
          <p:nvPr/>
        </p:nvSpPr>
        <p:spPr>
          <a:xfrm>
            <a:off x="1126860" y="-413241"/>
            <a:ext cx="7837338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Testing Results Visualization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CBB443-DBED-8066-936E-5F6F0BBD5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913" y="928501"/>
            <a:ext cx="6196176" cy="500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30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C75DE-E161-C180-17AD-897111D13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DB20-4C4A-7C5D-ADC9-1381ECD92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31" y="416"/>
            <a:ext cx="7837338" cy="1265928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Comparative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36433-F13C-3AFB-7D05-96BDFE404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925" y="1477628"/>
            <a:ext cx="7141377" cy="483454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Training Convergence Behavior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GRU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Demonstrated the </a:t>
            </a:r>
            <a:r>
              <a:rPr lang="en-US" b="1">
                <a:ea typeface="+mn-lt"/>
                <a:cs typeface="+mn-lt"/>
              </a:rPr>
              <a:t>fastest convergence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Training accuracy increased rapidly from </a:t>
            </a:r>
            <a:r>
              <a:rPr lang="en-US" b="1">
                <a:ea typeface="+mn-lt"/>
                <a:cs typeface="+mn-lt"/>
              </a:rPr>
              <a:t>54.4% → 99.98% by epoch 8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Indicates strong capacity to memorize training data.</a:t>
            </a:r>
            <a:endParaRPr lang="en-US"/>
          </a:p>
          <a:p>
            <a:pPr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BiLSTM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Slower and more gradual convergence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Training accuracy improved from </a:t>
            </a:r>
            <a:r>
              <a:rPr lang="en-US" b="1">
                <a:ea typeface="+mn-lt"/>
                <a:cs typeface="+mn-lt"/>
              </a:rPr>
              <a:t>54.7% → 97.3% by epoch 8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Learning process was more stable but less efficient.</a:t>
            </a:r>
            <a:endParaRPr lang="en-US"/>
          </a:p>
          <a:p>
            <a:pPr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DistilBERT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Achieved </a:t>
            </a:r>
            <a:r>
              <a:rPr lang="en-US" b="1">
                <a:ea typeface="+mn-lt"/>
                <a:cs typeface="+mn-lt"/>
              </a:rPr>
              <a:t>high accuracy from the first epoch (84.6%)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Only </a:t>
            </a:r>
            <a:r>
              <a:rPr lang="en-US" b="1">
                <a:ea typeface="+mn-lt"/>
                <a:cs typeface="+mn-lt"/>
              </a:rPr>
              <a:t>minor improvements across epochs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Shows effectiveness of </a:t>
            </a:r>
            <a:r>
              <a:rPr lang="en-US" b="1">
                <a:ea typeface="+mn-lt"/>
                <a:cs typeface="+mn-lt"/>
              </a:rPr>
              <a:t>pretrained language representations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DistilBERT</a:t>
            </a:r>
            <a:r>
              <a:rPr lang="en-US" b="1" dirty="0">
                <a:ea typeface="+mn-lt"/>
                <a:cs typeface="+mn-lt"/>
              </a:rPr>
              <a:t> achieved the highest test accuracy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GRU performed moderately well with significantly fewer parameters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BiLSTM</a:t>
            </a:r>
            <a:r>
              <a:rPr lang="en-US" b="1" dirty="0">
                <a:ea typeface="+mn-lt"/>
                <a:cs typeface="+mn-lt"/>
              </a:rPr>
              <a:t> showed the lowest performance despite larger model size than GRU</a:t>
            </a:r>
            <a:endParaRPr lang="en-US" dirty="0">
              <a:ea typeface="+mn-lt"/>
              <a:cs typeface="+mn-lt"/>
            </a:endParaRPr>
          </a:p>
          <a:p>
            <a:pPr marL="514350" indent="-285750"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60FC3-54BF-FFD0-32FF-6783D888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FBA5EB-CEC1-4823-00A1-D5211C649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  <p:extLst>
      <p:ext uri="{BB962C8B-B14F-4D97-AF65-F5344CB8AC3E}">
        <p14:creationId xmlns:p14="http://schemas.microsoft.com/office/powerpoint/2010/main" val="3529237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AAAEE-24B9-8870-CD42-60922DC4B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FBE2-C1AF-6E2D-4B9D-B6988415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31" y="416"/>
            <a:ext cx="7837338" cy="1265928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Comparative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8A10B-9BAC-DC9D-423C-D121F8E08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925" y="1477628"/>
            <a:ext cx="7141377" cy="483454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Model Efficiency Trade-offs</a:t>
            </a:r>
          </a:p>
          <a:p>
            <a:pPr>
              <a:buFont typeface="Arial"/>
              <a:buChar char="•"/>
            </a:pPr>
            <a:r>
              <a:rPr lang="en-US" sz="1800" b="1" dirty="0" err="1">
                <a:ea typeface="+mn-lt"/>
                <a:cs typeface="+mn-lt"/>
              </a:rPr>
              <a:t>DistilBERT</a:t>
            </a:r>
            <a:endParaRPr lang="en-US" dirty="0" err="1"/>
          </a:p>
          <a:p>
            <a:pPr marL="742950" lvl="1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Best predictive performance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Highest computational cost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Largest parameter size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GRU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Best </a:t>
            </a:r>
            <a:r>
              <a:rPr lang="en-US" sz="1800" b="1">
                <a:ea typeface="+mn-lt"/>
                <a:cs typeface="+mn-lt"/>
              </a:rPr>
              <a:t>efficiency balance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Faster training and smaller model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Suitable for limited computational resources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 b="1" dirty="0" err="1">
                <a:ea typeface="+mn-lt"/>
                <a:cs typeface="+mn-lt"/>
              </a:rPr>
              <a:t>BiLSTM</a:t>
            </a:r>
            <a:endParaRPr lang="en-US" dirty="0" err="1"/>
          </a:p>
          <a:p>
            <a:pPr marL="742950" lvl="1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Higher complexity than GRU but </a:t>
            </a:r>
            <a:r>
              <a:rPr lang="en-US" sz="1800" b="1">
                <a:ea typeface="+mn-lt"/>
                <a:cs typeface="+mn-lt"/>
              </a:rPr>
              <a:t>lower accuracy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Indicates inefficient parameter usage for this dataset.</a:t>
            </a:r>
            <a:endParaRPr lang="en-US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D491F-3BC1-95B2-6344-5094CE4F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FB4C6-6018-292F-23FF-00F419C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  <p:extLst>
      <p:ext uri="{BB962C8B-B14F-4D97-AF65-F5344CB8AC3E}">
        <p14:creationId xmlns:p14="http://schemas.microsoft.com/office/powerpoint/2010/main" val="4293964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331" y="-516557"/>
            <a:ext cx="7837338" cy="1265928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Key Findings &amp; Insights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491" y="935199"/>
            <a:ext cx="7837712" cy="59253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1. Transformer Models Provide Superior Accuracy</a:t>
            </a:r>
            <a:endParaRPr lang="en-US" b="1" dirty="0"/>
          </a:p>
          <a:p>
            <a:r>
              <a:rPr lang="en-US" dirty="0" err="1">
                <a:ea typeface="+mn-lt"/>
                <a:cs typeface="+mn-lt"/>
              </a:rPr>
              <a:t>DistilBERT</a:t>
            </a:r>
            <a:r>
              <a:rPr lang="en-US" dirty="0">
                <a:ea typeface="+mn-lt"/>
                <a:cs typeface="+mn-lt"/>
              </a:rPr>
              <a:t> achieved </a:t>
            </a:r>
            <a:r>
              <a:rPr lang="en-US" b="1" dirty="0">
                <a:ea typeface="+mn-lt"/>
                <a:cs typeface="+mn-lt"/>
              </a:rPr>
              <a:t>85.2% test accuracy</a:t>
            </a:r>
            <a:r>
              <a:rPr lang="en-US" dirty="0">
                <a:ea typeface="+mn-lt"/>
                <a:cs typeface="+mn-lt"/>
              </a:rPr>
              <a:t>, outperforming both RNN models.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The </a:t>
            </a:r>
            <a:r>
              <a:rPr lang="en-US" b="1">
                <a:ea typeface="+mn-lt"/>
                <a:cs typeface="+mn-lt"/>
              </a:rPr>
              <a:t>self-attention mechanism</a:t>
            </a:r>
            <a:r>
              <a:rPr lang="en-US">
                <a:ea typeface="+mn-lt"/>
                <a:cs typeface="+mn-lt"/>
              </a:rPr>
              <a:t> enables better contextual understanding of text.</a:t>
            </a:r>
            <a:br>
              <a:rPr lang="en-US" dirty="0"/>
            </a:br>
            <a:endParaRPr lang="en-US"/>
          </a:p>
          <a:p>
            <a:pPr marL="0" indent="0">
              <a:buNone/>
            </a:pPr>
            <a:r>
              <a:rPr lang="en-US"/>
              <a:t>2. Evidence of Overfitting in RNN Models</a:t>
            </a:r>
          </a:p>
          <a:p>
            <a:r>
              <a:rPr lang="en-US" dirty="0">
                <a:ea typeface="+mn-lt"/>
                <a:cs typeface="+mn-lt"/>
              </a:rPr>
              <a:t>GRU and </a:t>
            </a:r>
            <a:r>
              <a:rPr lang="en-US" dirty="0" err="1">
                <a:ea typeface="+mn-lt"/>
                <a:cs typeface="+mn-lt"/>
              </a:rPr>
              <a:t>BiLSTM</a:t>
            </a:r>
            <a:r>
              <a:rPr lang="en-US" dirty="0">
                <a:ea typeface="+mn-lt"/>
                <a:cs typeface="+mn-lt"/>
              </a:rPr>
              <a:t> training accuracies approached </a:t>
            </a:r>
            <a:r>
              <a:rPr lang="en-US" b="1" dirty="0">
                <a:ea typeface="+mn-lt"/>
                <a:cs typeface="+mn-lt"/>
              </a:rPr>
              <a:t>~100%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However, test accuracies remained significantly lower: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GRU: </a:t>
            </a:r>
            <a:r>
              <a:rPr lang="en-US" b="1">
                <a:ea typeface="+mn-lt"/>
                <a:cs typeface="+mn-lt"/>
              </a:rPr>
              <a:t>72.6%</a:t>
            </a:r>
            <a:endParaRPr lang="en-US"/>
          </a:p>
          <a:p>
            <a:pPr lvl="1"/>
            <a:r>
              <a:rPr lang="en-US" dirty="0" err="1">
                <a:ea typeface="+mn-lt"/>
                <a:cs typeface="+mn-lt"/>
              </a:rPr>
              <a:t>BiLSTM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b="1" dirty="0">
                <a:ea typeface="+mn-lt"/>
                <a:cs typeface="+mn-lt"/>
              </a:rPr>
              <a:t>66.2%</a:t>
            </a:r>
            <a:endParaRPr lang="en-US" dirty="0"/>
          </a:p>
          <a:p>
            <a:pPr lvl="1"/>
            <a:r>
              <a:rPr lang="en-US">
                <a:ea typeface="+mn-lt"/>
                <a:cs typeface="+mn-lt"/>
              </a:rPr>
              <a:t>This suggests </a:t>
            </a:r>
            <a:r>
              <a:rPr lang="en-US" b="1">
                <a:ea typeface="+mn-lt"/>
                <a:cs typeface="+mn-lt"/>
              </a:rPr>
              <a:t>overfitting to the training data</a:t>
            </a:r>
            <a:r>
              <a:rPr lang="en-US">
                <a:ea typeface="+mn-lt"/>
                <a:cs typeface="+mn-lt"/>
              </a:rPr>
              <a:t>.</a:t>
            </a:r>
            <a:br>
              <a:rPr lang="en-US" dirty="0"/>
            </a:br>
            <a:endParaRPr lang="en-US"/>
          </a:p>
          <a:p>
            <a:pPr marL="0" indent="0">
              <a:buNone/>
            </a:pPr>
            <a:r>
              <a:rPr lang="en-US"/>
              <a:t>3. Pretrained Models Improve Generalization</a:t>
            </a:r>
          </a:p>
          <a:p>
            <a:r>
              <a:rPr lang="en-US" dirty="0" err="1">
                <a:ea typeface="+mn-lt"/>
                <a:cs typeface="+mn-lt"/>
              </a:rPr>
              <a:t>DistilBERT</a:t>
            </a:r>
            <a:r>
              <a:rPr lang="en-US" dirty="0">
                <a:ea typeface="+mn-lt"/>
                <a:cs typeface="+mn-lt"/>
              </a:rPr>
              <a:t> showed </a:t>
            </a:r>
            <a:r>
              <a:rPr lang="en-US" b="1" dirty="0">
                <a:ea typeface="+mn-lt"/>
                <a:cs typeface="+mn-lt"/>
              </a:rPr>
              <a:t>smaller gap between training and test performance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Pretraining on large corpora provides </a:t>
            </a:r>
            <a:r>
              <a:rPr lang="en-US" b="1">
                <a:ea typeface="+mn-lt"/>
                <a:cs typeface="+mn-lt"/>
              </a:rPr>
              <a:t>better language understanding</a:t>
            </a:r>
            <a:r>
              <a:rPr lang="en-US">
                <a:ea typeface="+mn-lt"/>
                <a:cs typeface="+mn-lt"/>
              </a:rPr>
              <a:t>.</a:t>
            </a:r>
            <a:br>
              <a:rPr lang="en-US" dirty="0"/>
            </a:br>
            <a:endParaRPr lang="en-US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4315C-7C6F-595C-3F44-F08ABCB4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8CF0D-A2A1-D4F1-28DD-08D88AA21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3777B-22D5-A121-A728-AA0F22BA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BF56-94D1-88B3-AE7C-96C3BE8B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31" y="-257986"/>
            <a:ext cx="7837338" cy="1265928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Key Findings &amp; 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AAFE3-2CA0-ACB2-F50D-16139E071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491" y="759353"/>
            <a:ext cx="7837712" cy="59253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/>
          </a:p>
          <a:p>
            <a:pPr marL="0" indent="0">
              <a:buNone/>
            </a:pPr>
            <a:r>
              <a:rPr lang="en-US"/>
              <a:t>4. Model Complexity vs Performance</a:t>
            </a:r>
          </a:p>
          <a:p>
            <a:r>
              <a:rPr lang="en-US" dirty="0" err="1">
                <a:ea typeface="+mn-lt"/>
                <a:cs typeface="+mn-lt"/>
              </a:rPr>
              <a:t>DistilBERT</a:t>
            </a:r>
            <a:r>
              <a:rPr lang="en-US" dirty="0">
                <a:ea typeface="+mn-lt"/>
                <a:cs typeface="+mn-lt"/>
              </a:rPr>
              <a:t> has </a:t>
            </a:r>
            <a:r>
              <a:rPr lang="en-US" b="1" dirty="0">
                <a:ea typeface="+mn-lt"/>
                <a:cs typeface="+mn-lt"/>
              </a:rPr>
              <a:t>~67M parameters</a:t>
            </a:r>
            <a:r>
              <a:rPr lang="en-US" dirty="0">
                <a:ea typeface="+mn-lt"/>
                <a:cs typeface="+mn-lt"/>
              </a:rPr>
              <a:t>, far larger than RNN models.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However, </a:t>
            </a:r>
            <a:r>
              <a:rPr lang="en-US" b="1" dirty="0">
                <a:ea typeface="+mn-lt"/>
                <a:cs typeface="+mn-lt"/>
              </a:rPr>
              <a:t>higher parameter count alone does not guarantee performance</a:t>
            </a:r>
            <a:r>
              <a:rPr lang="en-US" dirty="0">
                <a:ea typeface="+mn-lt"/>
                <a:cs typeface="+mn-lt"/>
              </a:rPr>
              <a:t>, as shown by </a:t>
            </a:r>
            <a:r>
              <a:rPr lang="en-US" dirty="0" err="1">
                <a:ea typeface="+mn-lt"/>
                <a:cs typeface="+mn-lt"/>
              </a:rPr>
              <a:t>BiLSTM</a:t>
            </a:r>
            <a:r>
              <a:rPr lang="en-US" dirty="0">
                <a:ea typeface="+mn-lt"/>
                <a:cs typeface="+mn-lt"/>
              </a:rPr>
              <a:t> vs GRU.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/>
              <a:t>5. Practical Deployment Considerations</a:t>
            </a:r>
          </a:p>
          <a:p>
            <a:r>
              <a:rPr lang="en-US" b="1" dirty="0">
                <a:ea typeface="+mn-lt"/>
                <a:cs typeface="+mn-lt"/>
              </a:rPr>
              <a:t>High accuracy applications: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DistilBERT</a:t>
            </a:r>
            <a:r>
              <a:rPr lang="en-US" dirty="0">
                <a:ea typeface="+mn-lt"/>
                <a:cs typeface="+mn-lt"/>
              </a:rPr>
              <a:t> is the best choice.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Resource-limited environments:</a:t>
            </a:r>
            <a:r>
              <a:rPr lang="en-US">
                <a:ea typeface="+mn-lt"/>
                <a:cs typeface="+mn-lt"/>
              </a:rPr>
              <a:t> GRU offers the best trade-off between speed and performance.</a:t>
            </a:r>
            <a:endParaRPr lang="en-US"/>
          </a:p>
          <a:p>
            <a:r>
              <a:rPr lang="en-US" b="1" dirty="0" err="1">
                <a:ea typeface="+mn-lt"/>
                <a:cs typeface="+mn-lt"/>
              </a:rPr>
              <a:t>BiLSTM</a:t>
            </a:r>
            <a:r>
              <a:rPr lang="en-US" b="1" dirty="0">
                <a:ea typeface="+mn-lt"/>
                <a:cs typeface="+mn-lt"/>
              </a:rPr>
              <a:t> models may require stronger regularization or larger datasets</a:t>
            </a:r>
            <a:r>
              <a:rPr lang="en-US" dirty="0">
                <a:ea typeface="+mn-lt"/>
                <a:cs typeface="+mn-lt"/>
              </a:rPr>
              <a:t> to compete.</a:t>
            </a:r>
            <a:endParaRPr lang="en-US" dirty="0"/>
          </a:p>
          <a:p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7D49A-3731-C17C-F531-5A6D0D92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3A6B4-FBB1-10E6-6FC1-B2A1AB6E7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  <p:extLst>
      <p:ext uri="{BB962C8B-B14F-4D97-AF65-F5344CB8AC3E}">
        <p14:creationId xmlns:p14="http://schemas.microsoft.com/office/powerpoint/2010/main" val="3277342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43F50-31BA-DE9D-ADC1-EB8E5C7E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4E7D-7882-39C4-8915-4A4F7C2B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F678D-6FE9-ACEA-5A76-ECD39BF3E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Vaswani, A., </a:t>
            </a:r>
            <a:r>
              <a:rPr lang="en-US" dirty="0" err="1">
                <a:ea typeface="+mn-lt"/>
                <a:cs typeface="+mn-lt"/>
              </a:rPr>
              <a:t>Shazeer</a:t>
            </a:r>
            <a:r>
              <a:rPr lang="en-US" dirty="0">
                <a:ea typeface="+mn-lt"/>
                <a:cs typeface="+mn-lt"/>
              </a:rPr>
              <a:t>, N., Parmar, N., </a:t>
            </a:r>
            <a:r>
              <a:rPr lang="en-US" dirty="0" err="1">
                <a:ea typeface="+mn-lt"/>
                <a:cs typeface="+mn-lt"/>
              </a:rPr>
              <a:t>Uszkoreit</a:t>
            </a:r>
            <a:r>
              <a:rPr lang="en-US" dirty="0">
                <a:ea typeface="+mn-lt"/>
                <a:cs typeface="+mn-lt"/>
              </a:rPr>
              <a:t>, J., Jones, L., Gomez, A. N., Kaiser, Ł., &amp; </a:t>
            </a:r>
            <a:r>
              <a:rPr lang="en-US" dirty="0" err="1">
                <a:ea typeface="+mn-lt"/>
                <a:cs typeface="+mn-lt"/>
              </a:rPr>
              <a:t>Polosukhin</a:t>
            </a:r>
            <a:r>
              <a:rPr lang="en-US" dirty="0">
                <a:ea typeface="+mn-lt"/>
                <a:cs typeface="+mn-lt"/>
              </a:rPr>
              <a:t>, I., </a:t>
            </a:r>
            <a:r>
              <a:rPr lang="en-US" i="1" dirty="0">
                <a:ea typeface="+mn-lt"/>
                <a:cs typeface="+mn-lt"/>
              </a:rPr>
              <a:t>“Attention Is All You Need,”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NeurIPS</a:t>
            </a:r>
            <a:r>
              <a:rPr lang="en-US" dirty="0">
                <a:ea typeface="+mn-lt"/>
                <a:cs typeface="+mn-lt"/>
              </a:rPr>
              <a:t>, 2017.</a:t>
            </a:r>
          </a:p>
          <a:p>
            <a:r>
              <a:rPr lang="en-US">
                <a:ea typeface="+mn-lt"/>
                <a:cs typeface="+mn-lt"/>
              </a:rPr>
              <a:t>Devlin, J., Chang, M., Lee, K., &amp; Toutanova, K., </a:t>
            </a:r>
            <a:r>
              <a:rPr lang="en-US" i="1">
                <a:ea typeface="+mn-lt"/>
                <a:cs typeface="+mn-lt"/>
              </a:rPr>
              <a:t>“BERT: Pre-training of Deep Bidirectional Transformers for Language Understanding,”</a:t>
            </a:r>
            <a:r>
              <a:rPr lang="en-US">
                <a:ea typeface="+mn-lt"/>
                <a:cs typeface="+mn-lt"/>
              </a:rPr>
              <a:t> NAACL-HLT, 2019.</a:t>
            </a:r>
          </a:p>
          <a:p>
            <a:r>
              <a:rPr lang="en-US" dirty="0">
                <a:ea typeface="+mn-lt"/>
                <a:cs typeface="+mn-lt"/>
              </a:rPr>
              <a:t>Sanh, V., Debut, L., </a:t>
            </a:r>
            <a:r>
              <a:rPr lang="en-US" dirty="0" err="1">
                <a:ea typeface="+mn-lt"/>
                <a:cs typeface="+mn-lt"/>
              </a:rPr>
              <a:t>Chaumond</a:t>
            </a:r>
            <a:r>
              <a:rPr lang="en-US" dirty="0">
                <a:ea typeface="+mn-lt"/>
                <a:cs typeface="+mn-lt"/>
              </a:rPr>
              <a:t>, J., &amp; Wolf, T., </a:t>
            </a:r>
            <a:r>
              <a:rPr lang="en-US" i="1" dirty="0">
                <a:ea typeface="+mn-lt"/>
                <a:cs typeface="+mn-lt"/>
              </a:rPr>
              <a:t>“</a:t>
            </a:r>
            <a:r>
              <a:rPr lang="en-US" i="1" dirty="0" err="1">
                <a:ea typeface="+mn-lt"/>
                <a:cs typeface="+mn-lt"/>
              </a:rPr>
              <a:t>DistilBERT</a:t>
            </a:r>
            <a:r>
              <a:rPr lang="en-US" i="1" dirty="0">
                <a:ea typeface="+mn-lt"/>
                <a:cs typeface="+mn-lt"/>
              </a:rPr>
              <a:t>, a distilled version of BERT: smaller, faster, cheaper and lighter,”</a:t>
            </a:r>
            <a:r>
              <a:rPr lang="en-US" dirty="0">
                <a:ea typeface="+mn-lt"/>
                <a:cs typeface="+mn-lt"/>
              </a:rPr>
              <a:t> arXiv:1910.01108, 2019.</a:t>
            </a:r>
          </a:p>
          <a:p>
            <a:r>
              <a:rPr lang="en-US" dirty="0">
                <a:ea typeface="+mn-lt"/>
                <a:cs typeface="+mn-lt"/>
              </a:rPr>
              <a:t>Cho, K., van </a:t>
            </a:r>
            <a:r>
              <a:rPr lang="en-US" dirty="0" err="1">
                <a:ea typeface="+mn-lt"/>
                <a:cs typeface="+mn-lt"/>
              </a:rPr>
              <a:t>Merriënboer</a:t>
            </a:r>
            <a:r>
              <a:rPr lang="en-US" dirty="0">
                <a:ea typeface="+mn-lt"/>
                <a:cs typeface="+mn-lt"/>
              </a:rPr>
              <a:t>, B., </a:t>
            </a:r>
            <a:r>
              <a:rPr lang="en-US" dirty="0" err="1">
                <a:ea typeface="+mn-lt"/>
                <a:cs typeface="+mn-lt"/>
              </a:rPr>
              <a:t>Gulcehre</a:t>
            </a:r>
            <a:r>
              <a:rPr lang="en-US" dirty="0">
                <a:ea typeface="+mn-lt"/>
                <a:cs typeface="+mn-lt"/>
              </a:rPr>
              <a:t>, C., et al., </a:t>
            </a:r>
            <a:r>
              <a:rPr lang="en-US" i="1" dirty="0">
                <a:ea typeface="+mn-lt"/>
                <a:cs typeface="+mn-lt"/>
              </a:rPr>
              <a:t>“Learning Phrase Representations using RNN Encoder–Decoder for Statistical Machine Translation,”</a:t>
            </a:r>
            <a:r>
              <a:rPr lang="en-US" dirty="0">
                <a:ea typeface="+mn-lt"/>
                <a:cs typeface="+mn-lt"/>
              </a:rPr>
              <a:t> EMNLP, 2014.</a:t>
            </a:r>
          </a:p>
          <a:p>
            <a:r>
              <a:rPr lang="en-US" dirty="0">
                <a:ea typeface="+mn-lt"/>
                <a:cs typeface="+mn-lt"/>
              </a:rPr>
              <a:t>Hochreiter, S., &amp; </a:t>
            </a:r>
            <a:r>
              <a:rPr lang="en-US" dirty="0" err="1">
                <a:ea typeface="+mn-lt"/>
                <a:cs typeface="+mn-lt"/>
              </a:rPr>
              <a:t>Schmidhuber</a:t>
            </a:r>
            <a:r>
              <a:rPr lang="en-US" dirty="0">
                <a:ea typeface="+mn-lt"/>
                <a:cs typeface="+mn-lt"/>
              </a:rPr>
              <a:t>, J., </a:t>
            </a:r>
            <a:r>
              <a:rPr lang="en-US" i="1" dirty="0">
                <a:ea typeface="+mn-lt"/>
                <a:cs typeface="+mn-lt"/>
              </a:rPr>
              <a:t>“Long Short-Term Memory,”</a:t>
            </a:r>
            <a:r>
              <a:rPr lang="en-US" dirty="0">
                <a:ea typeface="+mn-lt"/>
                <a:cs typeface="+mn-lt"/>
              </a:rPr>
              <a:t> Neural Computation, vol. 9, no. 8, pp. 1735–1780, 1997.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8CDBB5-F915-5C1E-6077-455F6408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8608A-7CF7-DF09-3BD8-749F71F3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</p:spTree>
    <p:extLst>
      <p:ext uri="{BB962C8B-B14F-4D97-AF65-F5344CB8AC3E}">
        <p14:creationId xmlns:p14="http://schemas.microsoft.com/office/powerpoint/2010/main" val="49581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68112" y="2743200"/>
            <a:ext cx="2558970" cy="138499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600"/>
            </a:pPr>
            <a:r>
              <a:rPr lang="en-US" sz="4000">
                <a:solidFill>
                  <a:srgbClr val="35403A"/>
                </a:solidFill>
                <a:latin typeface="Walbaum Display"/>
              </a:rPr>
              <a:t>Thank You</a:t>
            </a:r>
            <a:endParaRPr lang="en-US" sz="4000">
              <a:latin typeface="Walbaum Display"/>
            </a:endParaRPr>
          </a:p>
          <a:p>
            <a:pPr algn="ctr">
              <a:defRPr sz="3600"/>
            </a:pPr>
            <a:endParaRPr sz="4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135D2-F933-19A0-9962-0319C617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A3E19-8EF7-28A7-98DF-2B71A571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Sentiment Analysis Model Comparison​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3C0FCFB-9B58-85D7-E150-48A34C6C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BohoVogueVTI</vt:lpstr>
      <vt:lpstr>PowerPoint Presentation</vt:lpstr>
      <vt:lpstr>Overview</vt:lpstr>
      <vt:lpstr>Literature review</vt:lpstr>
      <vt:lpstr>What is Sentiment Analysis?</vt:lpstr>
      <vt:lpstr>Recurrent Neural Networks</vt:lpstr>
      <vt:lpstr>Transformer-Based Models</vt:lpstr>
      <vt:lpstr>Dataset</vt:lpstr>
      <vt:lpstr>IMDb Movie Review Dataset</vt:lpstr>
      <vt:lpstr>PowerPoint Presentation</vt:lpstr>
      <vt:lpstr>Dataset Sampling for This Project</vt:lpstr>
      <vt:lpstr>Approach / Methodology</vt:lpstr>
      <vt:lpstr>Overall Approach </vt:lpstr>
      <vt:lpstr>Model 1: GRU (Gated Recurrent Unit)</vt:lpstr>
      <vt:lpstr>Model 2: BiLSTM (Bidirectional Long Short-Term Memory) </vt:lpstr>
      <vt:lpstr>Model 3: DistilBERT</vt:lpstr>
      <vt:lpstr>Code Repository</vt:lpstr>
      <vt:lpstr>Results</vt:lpstr>
      <vt:lpstr>PowerPoint Presentation</vt:lpstr>
      <vt:lpstr>PowerPoint Presentation</vt:lpstr>
      <vt:lpstr>PowerPoint Presentation</vt:lpstr>
      <vt:lpstr>PowerPoint Presentation</vt:lpstr>
      <vt:lpstr>Comparative Analysis</vt:lpstr>
      <vt:lpstr>Comparative Analysis</vt:lpstr>
      <vt:lpstr>Key Findings &amp; Insights</vt:lpstr>
      <vt:lpstr>Key Findings &amp; Insights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283</cp:revision>
  <dcterms:created xsi:type="dcterms:W3CDTF">2013-01-27T09:14:16Z</dcterms:created>
  <dcterms:modified xsi:type="dcterms:W3CDTF">2026-03-16T02:11:19Z</dcterms:modified>
  <cp:category/>
</cp:coreProperties>
</file>